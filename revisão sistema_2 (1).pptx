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32_28D7A6C7.xml" ContentType="application/vnd.ms-powerpoint.comments+xml"/>
  <Override PartName="/ppt/comments/modernComment_12D_1A4DF9F7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37"/>
  </p:notesMasterIdLst>
  <p:sldIdLst>
    <p:sldId id="284" r:id="rId5"/>
    <p:sldId id="307" r:id="rId6"/>
    <p:sldId id="286" r:id="rId7"/>
    <p:sldId id="329" r:id="rId8"/>
    <p:sldId id="267" r:id="rId9"/>
    <p:sldId id="330" r:id="rId10"/>
    <p:sldId id="268" r:id="rId11"/>
    <p:sldId id="269" r:id="rId12"/>
    <p:sldId id="271" r:id="rId13"/>
    <p:sldId id="265" r:id="rId14"/>
    <p:sldId id="300" r:id="rId15"/>
    <p:sldId id="316" r:id="rId16"/>
    <p:sldId id="317" r:id="rId17"/>
    <p:sldId id="310" r:id="rId18"/>
    <p:sldId id="280" r:id="rId19"/>
    <p:sldId id="302" r:id="rId20"/>
    <p:sldId id="306" r:id="rId21"/>
    <p:sldId id="301" r:id="rId22"/>
    <p:sldId id="303" r:id="rId23"/>
    <p:sldId id="312" r:id="rId24"/>
    <p:sldId id="315" r:id="rId25"/>
    <p:sldId id="313" r:id="rId26"/>
    <p:sldId id="331" r:id="rId27"/>
    <p:sldId id="314" r:id="rId28"/>
    <p:sldId id="260" r:id="rId29"/>
    <p:sldId id="328" r:id="rId30"/>
    <p:sldId id="305" r:id="rId31"/>
    <p:sldId id="326" r:id="rId32"/>
    <p:sldId id="327" r:id="rId33"/>
    <p:sldId id="324" r:id="rId34"/>
    <p:sldId id="321" r:id="rId35"/>
    <p:sldId id="295" r:id="rId36"/>
  </p:sldIdLst>
  <p:sldSz cx="15119350" cy="9359900"/>
  <p:notesSz cx="6858000" cy="9144000"/>
  <p:defaultTextStyle>
    <a:defPPr>
      <a:defRPr lang="pt-BR"/>
    </a:defPPr>
    <a:lvl1pPr marL="0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1pPr>
    <a:lvl2pPr marL="480459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2pPr>
    <a:lvl3pPr marL="960918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3pPr>
    <a:lvl4pPr marL="1441378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4pPr>
    <a:lvl5pPr marL="1921839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5pPr>
    <a:lvl6pPr marL="2402298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6pPr>
    <a:lvl7pPr marL="2882757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7pPr>
    <a:lvl8pPr marL="3363216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8pPr>
    <a:lvl9pPr marL="3843676" algn="l" defTabSz="960918" rtl="0" eaLnBrk="1" latinLnBrk="0" hangingPunct="1">
      <a:defRPr sz="1891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30CB0E-A867-9FEF-3C07-1B94DEF301C6}" name="Gabriel Santos" initials="GS" userId="4192f875ae14f64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0C5"/>
    <a:srgbClr val="BBA1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EE0D2-D448-4FB4-977F-BC423575E648}" v="31" dt="2026-06-23T13:16:23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10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welton Batista" userId="d003b2ed-4b8f-47f2-8ebf-2f4fd37364e8" providerId="ADAL" clId="{59185594-8C92-55A3-BC91-76BBF75B7E90}"/>
    <pc:docChg chg="undo custSel addSld delSld modSld">
      <pc:chgData name="Eliwelton Batista" userId="d003b2ed-4b8f-47f2-8ebf-2f4fd37364e8" providerId="ADAL" clId="{59185594-8C92-55A3-BC91-76BBF75B7E90}" dt="2026-06-23T13:52:20.531" v="3020" actId="20577"/>
      <pc:docMkLst>
        <pc:docMk/>
      </pc:docMkLst>
      <pc:sldChg chg="addSp delSp modSp add mod">
        <pc:chgData name="Eliwelton Batista" userId="d003b2ed-4b8f-47f2-8ebf-2f4fd37364e8" providerId="ADAL" clId="{59185594-8C92-55A3-BC91-76BBF75B7E90}" dt="2026-06-22T20:54:58.547" v="2113" actId="20577"/>
        <pc:sldMkLst>
          <pc:docMk/>
          <pc:sldMk cId="3113777367" sldId="260"/>
        </pc:sldMkLst>
        <pc:spChg chg="add mod">
          <ac:chgData name="Eliwelton Batista" userId="d003b2ed-4b8f-47f2-8ebf-2f4fd37364e8" providerId="ADAL" clId="{59185594-8C92-55A3-BC91-76BBF75B7E90}" dt="2026-06-22T20:53:49.030" v="2045"/>
          <ac:spMkLst>
            <pc:docMk/>
            <pc:sldMk cId="3113777367" sldId="260"/>
            <ac:spMk id="3" creationId="{4B7B2FDC-376B-B3B2-536E-8109304A719F}"/>
          </ac:spMkLst>
        </pc:spChg>
        <pc:spChg chg="mod">
          <ac:chgData name="Eliwelton Batista" userId="d003b2ed-4b8f-47f2-8ebf-2f4fd37364e8" providerId="ADAL" clId="{59185594-8C92-55A3-BC91-76BBF75B7E90}" dt="2026-06-22T20:54:58.547" v="2113" actId="20577"/>
          <ac:spMkLst>
            <pc:docMk/>
            <pc:sldMk cId="3113777367" sldId="260"/>
            <ac:spMk id="5" creationId="{E53B2DE9-76D2-FEF1-5176-3EFD4721C3D1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7" creationId="{30979552-BC93-3707-7335-879B78FC360A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8" creationId="{A9EDC467-9117-D7AF-3983-0926F529EE50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9" creationId="{051BB566-40BC-245D-6160-43EC906229BF}"/>
          </ac:spMkLst>
        </pc:spChg>
        <pc:spChg chg="add">
          <ac:chgData name="Eliwelton Batista" userId="d003b2ed-4b8f-47f2-8ebf-2f4fd37364e8" providerId="ADAL" clId="{59185594-8C92-55A3-BC91-76BBF75B7E90}" dt="2026-06-22T20:54:31.451" v="2049"/>
          <ac:spMkLst>
            <pc:docMk/>
            <pc:sldMk cId="3113777367" sldId="260"/>
            <ac:spMk id="10" creationId="{A04B1696-553C-6EB9-EACF-47571AD95148}"/>
          </ac:spMkLst>
        </pc:spChg>
        <pc:graphicFrameChg chg="add del mod">
          <ac:chgData name="Eliwelton Batista" userId="d003b2ed-4b8f-47f2-8ebf-2f4fd37364e8" providerId="ADAL" clId="{59185594-8C92-55A3-BC91-76BBF75B7E90}" dt="2026-06-22T20:54:12.381" v="2048" actId="478"/>
          <ac:graphicFrameMkLst>
            <pc:docMk/>
            <pc:sldMk cId="3113777367" sldId="260"/>
            <ac:graphicFrameMk id="6" creationId="{360C4C76-2E8A-C3C4-2C42-0F75325BC89D}"/>
          </ac:graphicFrameMkLst>
        </pc:graphicFrameChg>
        <pc:picChg chg="add">
          <ac:chgData name="Eliwelton Batista" userId="d003b2ed-4b8f-47f2-8ebf-2f4fd37364e8" providerId="ADAL" clId="{59185594-8C92-55A3-BC91-76BBF75B7E90}" dt="2026-06-22T20:54:31.451" v="2049"/>
          <ac:picMkLst>
            <pc:docMk/>
            <pc:sldMk cId="3113777367" sldId="260"/>
            <ac:picMk id="1025" creationId="{21C6BCCE-2BAF-3D54-675E-1140166D6202}"/>
          </ac:picMkLst>
        </pc:picChg>
        <pc:picChg chg="add">
          <ac:chgData name="Eliwelton Batista" userId="d003b2ed-4b8f-47f2-8ebf-2f4fd37364e8" providerId="ADAL" clId="{59185594-8C92-55A3-BC91-76BBF75B7E90}" dt="2026-06-22T20:54:31.451" v="2049"/>
          <ac:picMkLst>
            <pc:docMk/>
            <pc:sldMk cId="3113777367" sldId="260"/>
            <ac:picMk id="1026" creationId="{D9EECE0C-93C8-78B8-A52E-6D17D9C929B6}"/>
          </ac:picMkLst>
        </pc:picChg>
        <pc:picChg chg="add">
          <ac:chgData name="Eliwelton Batista" userId="d003b2ed-4b8f-47f2-8ebf-2f4fd37364e8" providerId="ADAL" clId="{59185594-8C92-55A3-BC91-76BBF75B7E90}" dt="2026-06-22T20:54:31.451" v="2049"/>
          <ac:picMkLst>
            <pc:docMk/>
            <pc:sldMk cId="3113777367" sldId="260"/>
            <ac:picMk id="1027" creationId="{9AD9EDA1-366D-9281-B607-D1CD936DC3BF}"/>
          </ac:picMkLst>
        </pc:picChg>
        <pc:cxnChg chg="add mod">
          <ac:chgData name="Eliwelton Batista" userId="d003b2ed-4b8f-47f2-8ebf-2f4fd37364e8" providerId="ADAL" clId="{59185594-8C92-55A3-BC91-76BBF75B7E90}" dt="2026-06-22T20:53:49.030" v="2045"/>
          <ac:cxnSpMkLst>
            <pc:docMk/>
            <pc:sldMk cId="3113777367" sldId="260"/>
            <ac:cxnSpMk id="2" creationId="{4407B627-B601-5899-0D12-1ACD3BFE0227}"/>
          </ac:cxnSpMkLst>
        </pc:cxnChg>
      </pc:sldChg>
      <pc:sldChg chg="modSp del mod">
        <pc:chgData name="Eliwelton Batista" userId="d003b2ed-4b8f-47f2-8ebf-2f4fd37364e8" providerId="ADAL" clId="{59185594-8C92-55A3-BC91-76BBF75B7E90}" dt="2026-06-22T20:53:36.783" v="2043" actId="2696"/>
        <pc:sldMkLst>
          <pc:docMk/>
          <pc:sldMk cId="3589549107" sldId="260"/>
        </pc:sldMkLst>
      </pc:sldChg>
      <pc:sldChg chg="addSp delSp modSp del mod">
        <pc:chgData name="Eliwelton Batista" userId="d003b2ed-4b8f-47f2-8ebf-2f4fd37364e8" providerId="ADAL" clId="{59185594-8C92-55A3-BC91-76BBF75B7E90}" dt="2026-06-22T20:56:27.107" v="2130" actId="2696"/>
        <pc:sldMkLst>
          <pc:docMk/>
          <pc:sldMk cId="3906358996" sldId="262"/>
        </pc:sldMkLst>
        <pc:spChg chg="del">
          <ac:chgData name="Eliwelton Batista" userId="d003b2ed-4b8f-47f2-8ebf-2f4fd37364e8" providerId="ADAL" clId="{59185594-8C92-55A3-BC91-76BBF75B7E90}" dt="2026-06-22T20:55:51.807" v="2123" actId="21"/>
          <ac:spMkLst>
            <pc:docMk/>
            <pc:sldMk cId="3906358996" sldId="262"/>
            <ac:spMk id="5" creationId="{AB33A266-6FC9-0418-551D-48424A3630CA}"/>
          </ac:spMkLst>
        </pc:spChg>
        <pc:picChg chg="del">
          <ac:chgData name="Eliwelton Batista" userId="d003b2ed-4b8f-47f2-8ebf-2f4fd37364e8" providerId="ADAL" clId="{59185594-8C92-55A3-BC91-76BBF75B7E90}" dt="2026-06-22T20:55:51.807" v="2123" actId="21"/>
          <ac:picMkLst>
            <pc:docMk/>
            <pc:sldMk cId="3906358996" sldId="262"/>
            <ac:picMk id="4" creationId="{0DFBD7E7-EC4B-E9DB-4857-722F041D7DFB}"/>
          </ac:picMkLst>
        </pc:picChg>
      </pc:sldChg>
      <pc:sldChg chg="del">
        <pc:chgData name="Eliwelton Batista" userId="d003b2ed-4b8f-47f2-8ebf-2f4fd37364e8" providerId="ADAL" clId="{59185594-8C92-55A3-BC91-76BBF75B7E90}" dt="2026-06-22T20:53:02.586" v="2036" actId="2696"/>
        <pc:sldMkLst>
          <pc:docMk/>
          <pc:sldMk cId="359111611" sldId="264"/>
        </pc:sldMkLst>
      </pc:sldChg>
      <pc:sldChg chg="delSp add del mod">
        <pc:chgData name="Eliwelton Batista" userId="d003b2ed-4b8f-47f2-8ebf-2f4fd37364e8" providerId="ADAL" clId="{59185594-8C92-55A3-BC91-76BBF75B7E90}" dt="2026-06-22T20:53:21.912" v="2042" actId="2696"/>
        <pc:sldMkLst>
          <pc:docMk/>
          <pc:sldMk cId="1404954071" sldId="264"/>
        </pc:sldMkLst>
        <pc:spChg chg="del">
          <ac:chgData name="Eliwelton Batista" userId="d003b2ed-4b8f-47f2-8ebf-2f4fd37364e8" providerId="ADAL" clId="{59185594-8C92-55A3-BC91-76BBF75B7E90}" dt="2026-06-22T20:53:19.164" v="2040" actId="21"/>
          <ac:spMkLst>
            <pc:docMk/>
            <pc:sldMk cId="1404954071" sldId="264"/>
            <ac:spMk id="4" creationId="{26B0C6EB-58BA-02B1-E8F4-A74752C4BC4E}"/>
          </ac:spMkLst>
        </pc:spChg>
        <pc:picChg chg="del">
          <ac:chgData name="Eliwelton Batista" userId="d003b2ed-4b8f-47f2-8ebf-2f4fd37364e8" providerId="ADAL" clId="{59185594-8C92-55A3-BC91-76BBF75B7E90}" dt="2026-06-22T20:53:19.164" v="2040" actId="21"/>
          <ac:picMkLst>
            <pc:docMk/>
            <pc:sldMk cId="1404954071" sldId="264"/>
            <ac:picMk id="3" creationId="{20785A80-54FA-631C-2855-AA52EA136AEB}"/>
          </ac:picMkLst>
        </pc:picChg>
        <pc:picChg chg="del">
          <ac:chgData name="Eliwelton Batista" userId="d003b2ed-4b8f-47f2-8ebf-2f4fd37364e8" providerId="ADAL" clId="{59185594-8C92-55A3-BC91-76BBF75B7E90}" dt="2026-06-22T20:53:19.164" v="2040" actId="21"/>
          <ac:picMkLst>
            <pc:docMk/>
            <pc:sldMk cId="1404954071" sldId="264"/>
            <ac:picMk id="6" creationId="{2EFE30A5-42EB-9E40-56F8-43A096B58D0C}"/>
          </ac:picMkLst>
        </pc:picChg>
      </pc:sldChg>
      <pc:sldChg chg="modSp mod">
        <pc:chgData name="Eliwelton Batista" userId="d003b2ed-4b8f-47f2-8ebf-2f4fd37364e8" providerId="ADAL" clId="{59185594-8C92-55A3-BC91-76BBF75B7E90}" dt="2026-06-18T18:09:05.312" v="204" actId="20577"/>
        <pc:sldMkLst>
          <pc:docMk/>
          <pc:sldMk cId="3858378453" sldId="269"/>
        </pc:sldMkLst>
        <pc:spChg chg="mod">
          <ac:chgData name="Eliwelton Batista" userId="d003b2ed-4b8f-47f2-8ebf-2f4fd37364e8" providerId="ADAL" clId="{59185594-8C92-55A3-BC91-76BBF75B7E90}" dt="2026-06-18T18:09:05.312" v="204" actId="20577"/>
          <ac:spMkLst>
            <pc:docMk/>
            <pc:sldMk cId="3858378453" sldId="269"/>
            <ac:spMk id="6" creationId="{4B42138A-E043-078B-06D6-34B5C86C63B2}"/>
          </ac:spMkLst>
        </pc:spChg>
      </pc:sldChg>
      <pc:sldChg chg="modSp del mod">
        <pc:chgData name="Eliwelton Batista" userId="d003b2ed-4b8f-47f2-8ebf-2f4fd37364e8" providerId="ADAL" clId="{59185594-8C92-55A3-BC91-76BBF75B7E90}" dt="2026-06-22T20:52:06.139" v="2027" actId="2696"/>
        <pc:sldMkLst>
          <pc:docMk/>
          <pc:sldMk cId="610132288" sldId="270"/>
        </pc:sldMkLst>
      </pc:sldChg>
      <pc:sldChg chg="modSp mod">
        <pc:chgData name="Eliwelton Batista" userId="d003b2ed-4b8f-47f2-8ebf-2f4fd37364e8" providerId="ADAL" clId="{59185594-8C92-55A3-BC91-76BBF75B7E90}" dt="2026-06-18T18:11:30.946" v="563" actId="1076"/>
        <pc:sldMkLst>
          <pc:docMk/>
          <pc:sldMk cId="1641290914" sldId="280"/>
        </pc:sldMkLst>
        <pc:spChg chg="mod">
          <ac:chgData name="Eliwelton Batista" userId="d003b2ed-4b8f-47f2-8ebf-2f4fd37364e8" providerId="ADAL" clId="{59185594-8C92-55A3-BC91-76BBF75B7E90}" dt="2026-06-18T18:11:28.452" v="562" actId="20577"/>
          <ac:spMkLst>
            <pc:docMk/>
            <pc:sldMk cId="1641290914" sldId="280"/>
            <ac:spMk id="4" creationId="{E87AE067-1B03-85D4-377A-628A55E84E62}"/>
          </ac:spMkLst>
        </pc:spChg>
        <pc:picChg chg="mod">
          <ac:chgData name="Eliwelton Batista" userId="d003b2ed-4b8f-47f2-8ebf-2f4fd37364e8" providerId="ADAL" clId="{59185594-8C92-55A3-BC91-76BBF75B7E90}" dt="2026-06-18T18:11:30.946" v="563" actId="1076"/>
          <ac:picMkLst>
            <pc:docMk/>
            <pc:sldMk cId="1641290914" sldId="280"/>
            <ac:picMk id="3" creationId="{AEE87E47-7274-17D4-133E-74A131797093}"/>
          </ac:picMkLst>
        </pc:picChg>
      </pc:sldChg>
      <pc:sldChg chg="modSp mod">
        <pc:chgData name="Eliwelton Batista" userId="d003b2ed-4b8f-47f2-8ebf-2f4fd37364e8" providerId="ADAL" clId="{59185594-8C92-55A3-BC91-76BBF75B7E90}" dt="2026-06-18T18:11:49.135" v="567" actId="20577"/>
        <pc:sldMkLst>
          <pc:docMk/>
          <pc:sldMk cId="2418986300" sldId="302"/>
        </pc:sldMkLst>
        <pc:spChg chg="mod">
          <ac:chgData name="Eliwelton Batista" userId="d003b2ed-4b8f-47f2-8ebf-2f4fd37364e8" providerId="ADAL" clId="{59185594-8C92-55A3-BC91-76BBF75B7E90}" dt="2026-06-18T18:11:49.135" v="567" actId="20577"/>
          <ac:spMkLst>
            <pc:docMk/>
            <pc:sldMk cId="2418986300" sldId="302"/>
            <ac:spMk id="4" creationId="{91DC77A2-04BB-1D22-FF77-9A4A6D5F996A}"/>
          </ac:spMkLst>
        </pc:spChg>
      </pc:sldChg>
      <pc:sldChg chg="modSp mod">
        <pc:chgData name="Eliwelton Batista" userId="d003b2ed-4b8f-47f2-8ebf-2f4fd37364e8" providerId="ADAL" clId="{59185594-8C92-55A3-BC91-76BBF75B7E90}" dt="2026-06-22T20:51:05.900" v="2008" actId="21"/>
        <pc:sldMkLst>
          <pc:docMk/>
          <pc:sldMk cId="3922401362" sldId="307"/>
        </pc:sldMkLst>
        <pc:spChg chg="mod">
          <ac:chgData name="Eliwelton Batista" userId="d003b2ed-4b8f-47f2-8ebf-2f4fd37364e8" providerId="ADAL" clId="{59185594-8C92-55A3-BC91-76BBF75B7E90}" dt="2026-06-22T20:51:05.900" v="2008" actId="21"/>
          <ac:spMkLst>
            <pc:docMk/>
            <pc:sldMk cId="3922401362" sldId="307"/>
            <ac:spMk id="4" creationId="{197A6570-049F-D929-152C-BC9178CA64B6}"/>
          </ac:spMkLst>
        </pc:spChg>
      </pc:sldChg>
      <pc:sldChg chg="delSp del mod">
        <pc:chgData name="Eliwelton Batista" userId="d003b2ed-4b8f-47f2-8ebf-2f4fd37364e8" providerId="ADAL" clId="{59185594-8C92-55A3-BC91-76BBF75B7E90}" dt="2026-06-22T20:52:58.209" v="2035" actId="2696"/>
        <pc:sldMkLst>
          <pc:docMk/>
          <pc:sldMk cId="1992771080" sldId="308"/>
        </pc:sldMkLst>
        <pc:picChg chg="del">
          <ac:chgData name="Eliwelton Batista" userId="d003b2ed-4b8f-47f2-8ebf-2f4fd37364e8" providerId="ADAL" clId="{59185594-8C92-55A3-BC91-76BBF75B7E90}" dt="2026-06-22T20:52:12.777" v="2028" actId="21"/>
          <ac:picMkLst>
            <pc:docMk/>
            <pc:sldMk cId="1992771080" sldId="308"/>
            <ac:picMk id="3" creationId="{EF146F6C-98A9-34BD-E677-068022DBDE04}"/>
          </ac:picMkLst>
        </pc:picChg>
      </pc:sldChg>
      <pc:sldChg chg="del">
        <pc:chgData name="Eliwelton Batista" userId="d003b2ed-4b8f-47f2-8ebf-2f4fd37364e8" providerId="ADAL" clId="{59185594-8C92-55A3-BC91-76BBF75B7E90}" dt="2026-06-22T20:51:22.657" v="2009" actId="2696"/>
        <pc:sldMkLst>
          <pc:docMk/>
          <pc:sldMk cId="46548332" sldId="310"/>
        </pc:sldMkLst>
      </pc:sldChg>
      <pc:sldChg chg="addSp modSp add mod">
        <pc:chgData name="Eliwelton Batista" userId="d003b2ed-4b8f-47f2-8ebf-2f4fd37364e8" providerId="ADAL" clId="{59185594-8C92-55A3-BC91-76BBF75B7E90}" dt="2026-06-22T20:51:53.456" v="2026"/>
        <pc:sldMkLst>
          <pc:docMk/>
          <pc:sldMk cId="3809467614" sldId="310"/>
        </pc:sldMkLst>
        <pc:spChg chg="add mod">
          <ac:chgData name="Eliwelton Batista" userId="d003b2ed-4b8f-47f2-8ebf-2f4fd37364e8" providerId="ADAL" clId="{59185594-8C92-55A3-BC91-76BBF75B7E90}" dt="2026-06-22T20:51:53.456" v="2026"/>
          <ac:spMkLst>
            <pc:docMk/>
            <pc:sldMk cId="3809467614" sldId="310"/>
            <ac:spMk id="2" creationId="{409F89FB-84AE-30D5-C19C-49277084A288}"/>
          </ac:spMkLst>
        </pc:spChg>
        <pc:spChg chg="mod">
          <ac:chgData name="Eliwelton Batista" userId="d003b2ed-4b8f-47f2-8ebf-2f4fd37364e8" providerId="ADAL" clId="{59185594-8C92-55A3-BC91-76BBF75B7E90}" dt="2026-06-22T20:51:52.937" v="2025" actId="1036"/>
          <ac:spMkLst>
            <pc:docMk/>
            <pc:sldMk cId="3809467614" sldId="310"/>
            <ac:spMk id="4" creationId="{DE30CF76-03B9-03A8-7754-F76ACAABB638}"/>
          </ac:spMkLst>
        </pc:spChg>
        <pc:spChg chg="mod">
          <ac:chgData name="Eliwelton Batista" userId="d003b2ed-4b8f-47f2-8ebf-2f4fd37364e8" providerId="ADAL" clId="{59185594-8C92-55A3-BC91-76BBF75B7E90}" dt="2026-06-22T20:51:52.937" v="2025" actId="1036"/>
          <ac:spMkLst>
            <pc:docMk/>
            <pc:sldMk cId="3809467614" sldId="310"/>
            <ac:spMk id="5" creationId="{C347ED81-6E51-C7E9-F080-53AC91C42423}"/>
          </ac:spMkLst>
        </pc:spChg>
        <pc:picChg chg="mod">
          <ac:chgData name="Eliwelton Batista" userId="d003b2ed-4b8f-47f2-8ebf-2f4fd37364e8" providerId="ADAL" clId="{59185594-8C92-55A3-BC91-76BBF75B7E90}" dt="2026-06-22T20:51:52.937" v="2025" actId="1036"/>
          <ac:picMkLst>
            <pc:docMk/>
            <pc:sldMk cId="3809467614" sldId="310"/>
            <ac:picMk id="3" creationId="{89907936-C7F1-BF92-5D50-58FEC582A829}"/>
          </ac:picMkLst>
        </pc:picChg>
        <pc:cxnChg chg="add mod">
          <ac:chgData name="Eliwelton Batista" userId="d003b2ed-4b8f-47f2-8ebf-2f4fd37364e8" providerId="ADAL" clId="{59185594-8C92-55A3-BC91-76BBF75B7E90}" dt="2026-06-22T20:51:53.456" v="2026"/>
          <ac:cxnSpMkLst>
            <pc:docMk/>
            <pc:sldMk cId="3809467614" sldId="310"/>
            <ac:cxnSpMk id="6" creationId="{9736DBFA-3B80-D174-E064-C829D0E9CB52}"/>
          </ac:cxnSpMkLst>
        </pc:cxnChg>
      </pc:sldChg>
      <pc:sldChg chg="delSp modSp del mod">
        <pc:chgData name="Eliwelton Batista" userId="d003b2ed-4b8f-47f2-8ebf-2f4fd37364e8" providerId="ADAL" clId="{59185594-8C92-55A3-BC91-76BBF75B7E90}" dt="2026-06-22T20:55:46.095" v="2122" actId="2696"/>
        <pc:sldMkLst>
          <pc:docMk/>
          <pc:sldMk cId="3277388706" sldId="311"/>
        </pc:sldMkLst>
        <pc:spChg chg="del mod">
          <ac:chgData name="Eliwelton Batista" userId="d003b2ed-4b8f-47f2-8ebf-2f4fd37364e8" providerId="ADAL" clId="{59185594-8C92-55A3-BC91-76BBF75B7E90}" dt="2026-06-22T20:55:12.844" v="2116" actId="21"/>
          <ac:spMkLst>
            <pc:docMk/>
            <pc:sldMk cId="3277388706" sldId="311"/>
            <ac:spMk id="4" creationId="{B41B7686-5D74-D131-2A9B-AAFB27CDCDEB}"/>
          </ac:spMkLst>
        </pc:spChg>
        <pc:picChg chg="del">
          <ac:chgData name="Eliwelton Batista" userId="d003b2ed-4b8f-47f2-8ebf-2f4fd37364e8" providerId="ADAL" clId="{59185594-8C92-55A3-BC91-76BBF75B7E90}" dt="2026-06-22T20:55:12.844" v="2116" actId="21"/>
          <ac:picMkLst>
            <pc:docMk/>
            <pc:sldMk cId="3277388706" sldId="311"/>
            <ac:picMk id="3" creationId="{C89C73BF-5026-6B30-C32C-5756AC7CA1D5}"/>
          </ac:picMkLst>
        </pc:picChg>
      </pc:sldChg>
      <pc:sldChg chg="addSp modSp mod">
        <pc:chgData name="Eliwelton Batista" userId="d003b2ed-4b8f-47f2-8ebf-2f4fd37364e8" providerId="ADAL" clId="{59185594-8C92-55A3-BC91-76BBF75B7E90}" dt="2026-06-18T18:15:31.996" v="830" actId="14100"/>
        <pc:sldMkLst>
          <pc:docMk/>
          <pc:sldMk cId="1905726630" sldId="313"/>
        </pc:sldMkLst>
        <pc:spChg chg="mod">
          <ac:chgData name="Eliwelton Batista" userId="d003b2ed-4b8f-47f2-8ebf-2f4fd37364e8" providerId="ADAL" clId="{59185594-8C92-55A3-BC91-76BBF75B7E90}" dt="2026-06-18T18:15:12.163" v="826" actId="20577"/>
          <ac:spMkLst>
            <pc:docMk/>
            <pc:sldMk cId="1905726630" sldId="313"/>
            <ac:spMk id="4" creationId="{00A1063E-4288-C2A1-0F29-88FAC7A4E39A}"/>
          </ac:spMkLst>
        </pc:spChg>
        <pc:cxnChg chg="add">
          <ac:chgData name="Eliwelton Batista" userId="d003b2ed-4b8f-47f2-8ebf-2f4fd37364e8" providerId="ADAL" clId="{59185594-8C92-55A3-BC91-76BBF75B7E90}" dt="2026-06-18T18:15:23.846" v="827" actId="11529"/>
          <ac:cxnSpMkLst>
            <pc:docMk/>
            <pc:sldMk cId="1905726630" sldId="313"/>
            <ac:cxnSpMk id="7" creationId="{56551877-8C97-0348-37A1-636C383042C7}"/>
          </ac:cxnSpMkLst>
        </pc:cxnChg>
        <pc:cxnChg chg="add mod">
          <ac:chgData name="Eliwelton Batista" userId="d003b2ed-4b8f-47f2-8ebf-2f4fd37364e8" providerId="ADAL" clId="{59185594-8C92-55A3-BC91-76BBF75B7E90}" dt="2026-06-18T18:15:31.996" v="830" actId="14100"/>
          <ac:cxnSpMkLst>
            <pc:docMk/>
            <pc:sldMk cId="1905726630" sldId="313"/>
            <ac:cxnSpMk id="8" creationId="{DE0A340D-88A7-E636-C16C-E5EFE0573FDE}"/>
          </ac:cxnSpMkLst>
        </pc:cxnChg>
      </pc:sldChg>
      <pc:sldChg chg="modSp mod">
        <pc:chgData name="Eliwelton Batista" userId="d003b2ed-4b8f-47f2-8ebf-2f4fd37364e8" providerId="ADAL" clId="{59185594-8C92-55A3-BC91-76BBF75B7E90}" dt="2026-06-18T18:14:13.804" v="743" actId="20577"/>
        <pc:sldMkLst>
          <pc:docMk/>
          <pc:sldMk cId="667935160" sldId="315"/>
        </pc:sldMkLst>
        <pc:spChg chg="mod">
          <ac:chgData name="Eliwelton Batista" userId="d003b2ed-4b8f-47f2-8ebf-2f4fd37364e8" providerId="ADAL" clId="{59185594-8C92-55A3-BC91-76BBF75B7E90}" dt="2026-06-18T18:14:13.804" v="743" actId="20577"/>
          <ac:spMkLst>
            <pc:docMk/>
            <pc:sldMk cId="667935160" sldId="315"/>
            <ac:spMk id="5" creationId="{C1A853A8-F4CB-650A-9642-E0DA6C8DA201}"/>
          </ac:spMkLst>
        </pc:spChg>
        <pc:picChg chg="mod">
          <ac:chgData name="Eliwelton Batista" userId="d003b2ed-4b8f-47f2-8ebf-2f4fd37364e8" providerId="ADAL" clId="{59185594-8C92-55A3-BC91-76BBF75B7E90}" dt="2026-06-18T18:13:24.144" v="568" actId="1076"/>
          <ac:picMkLst>
            <pc:docMk/>
            <pc:sldMk cId="667935160" sldId="315"/>
            <ac:picMk id="3" creationId="{B98C0E4B-4BA5-9031-E8CD-DDCC5170C06C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18T18:24:39.959" v="1080" actId="20577"/>
        <pc:sldMkLst>
          <pc:docMk/>
          <pc:sldMk cId="1979207997" sldId="316"/>
        </pc:sldMkLst>
        <pc:spChg chg="add mod">
          <ac:chgData name="Eliwelton Batista" userId="d003b2ed-4b8f-47f2-8ebf-2f4fd37364e8" providerId="ADAL" clId="{59185594-8C92-55A3-BC91-76BBF75B7E90}" dt="2026-06-18T18:23:36.430" v="867" actId="20577"/>
          <ac:spMkLst>
            <pc:docMk/>
            <pc:sldMk cId="1979207997" sldId="316"/>
            <ac:spMk id="3" creationId="{442E8072-B63D-03B5-ACC2-128724715F8C}"/>
          </ac:spMkLst>
        </pc:spChg>
        <pc:spChg chg="add mod">
          <ac:chgData name="Eliwelton Batista" userId="d003b2ed-4b8f-47f2-8ebf-2f4fd37364e8" providerId="ADAL" clId="{59185594-8C92-55A3-BC91-76BBF75B7E90}" dt="2026-06-18T18:24:39.959" v="1080" actId="20577"/>
          <ac:spMkLst>
            <pc:docMk/>
            <pc:sldMk cId="1979207997" sldId="316"/>
            <ac:spMk id="7" creationId="{A95F0DA9-759F-2077-24D0-DE30BDC8EEA3}"/>
          </ac:spMkLst>
        </pc:spChg>
        <pc:cxnChg chg="add mod">
          <ac:chgData name="Eliwelton Batista" userId="d003b2ed-4b8f-47f2-8ebf-2f4fd37364e8" providerId="ADAL" clId="{59185594-8C92-55A3-BC91-76BBF75B7E90}" dt="2026-06-18T18:23:25.379" v="837"/>
          <ac:cxnSpMkLst>
            <pc:docMk/>
            <pc:sldMk cId="1979207997" sldId="316"/>
            <ac:cxnSpMk id="6" creationId="{34EA520C-5B5E-2AD4-D543-87340FCDB3EA}"/>
          </ac:cxnSpMkLst>
        </pc:cxnChg>
      </pc:sldChg>
      <pc:sldChg chg="addSp delSp modSp add mod">
        <pc:chgData name="Eliwelton Batista" userId="d003b2ed-4b8f-47f2-8ebf-2f4fd37364e8" providerId="ADAL" clId="{59185594-8C92-55A3-BC91-76BBF75B7E90}" dt="2026-06-23T13:52:20.531" v="3020" actId="20577"/>
        <pc:sldMkLst>
          <pc:docMk/>
          <pc:sldMk cId="1070408559" sldId="317"/>
        </pc:sldMkLst>
        <pc:spChg chg="mod">
          <ac:chgData name="Eliwelton Batista" userId="d003b2ed-4b8f-47f2-8ebf-2f4fd37364e8" providerId="ADAL" clId="{59185594-8C92-55A3-BC91-76BBF75B7E90}" dt="2026-06-23T13:52:20.531" v="3020" actId="20577"/>
          <ac:spMkLst>
            <pc:docMk/>
            <pc:sldMk cId="1070408559" sldId="317"/>
            <ac:spMk id="7" creationId="{1F20D0BB-2644-3E32-0D92-9B12881CC838}"/>
          </ac:spMkLst>
        </pc:spChg>
        <pc:picChg chg="add mod">
          <ac:chgData name="Eliwelton Batista" userId="d003b2ed-4b8f-47f2-8ebf-2f4fd37364e8" providerId="ADAL" clId="{59185594-8C92-55A3-BC91-76BBF75B7E90}" dt="2026-06-18T18:25:50.583" v="1085" actId="1076"/>
          <ac:picMkLst>
            <pc:docMk/>
            <pc:sldMk cId="1070408559" sldId="317"/>
            <ac:picMk id="4" creationId="{F1A10AE8-4460-2240-E0C9-510A056ADCFC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2T20:52:55.596" v="2034" actId="1076"/>
        <pc:sldMkLst>
          <pc:docMk/>
          <pc:sldMk cId="2496145445" sldId="322"/>
        </pc:sldMkLst>
        <pc:spChg chg="del">
          <ac:chgData name="Eliwelton Batista" userId="d003b2ed-4b8f-47f2-8ebf-2f4fd37364e8" providerId="ADAL" clId="{59185594-8C92-55A3-BC91-76BBF75B7E90}" dt="2026-06-22T20:52:54.134" v="2033" actId="478"/>
          <ac:spMkLst>
            <pc:docMk/>
            <pc:sldMk cId="2496145445" sldId="322"/>
            <ac:spMk id="5" creationId="{C0F5AFE8-1752-75A4-B4FF-DC1D38B9FCEF}"/>
          </ac:spMkLst>
        </pc:spChg>
        <pc:picChg chg="del">
          <ac:chgData name="Eliwelton Batista" userId="d003b2ed-4b8f-47f2-8ebf-2f4fd37364e8" providerId="ADAL" clId="{59185594-8C92-55A3-BC91-76BBF75B7E90}" dt="2026-06-22T20:52:49.144" v="2030" actId="478"/>
          <ac:picMkLst>
            <pc:docMk/>
            <pc:sldMk cId="2496145445" sldId="322"/>
            <ac:picMk id="3" creationId="{54250EAF-D79A-AD0D-2F42-123A1A0ACC4B}"/>
          </ac:picMkLst>
        </pc:picChg>
        <pc:picChg chg="add mod">
          <ac:chgData name="Eliwelton Batista" userId="d003b2ed-4b8f-47f2-8ebf-2f4fd37364e8" providerId="ADAL" clId="{59185594-8C92-55A3-BC91-76BBF75B7E90}" dt="2026-06-22T20:52:55.596" v="2034" actId="1076"/>
          <ac:picMkLst>
            <pc:docMk/>
            <pc:sldMk cId="2496145445" sldId="322"/>
            <ac:picMk id="6" creationId="{12C97525-22A2-B4AD-EEBC-13E14D014295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2T20:53:20.619" v="2041"/>
        <pc:sldMkLst>
          <pc:docMk/>
          <pc:sldMk cId="2370909471" sldId="323"/>
        </pc:sldMkLst>
        <pc:spChg chg="add mod">
          <ac:chgData name="Eliwelton Batista" userId="d003b2ed-4b8f-47f2-8ebf-2f4fd37364e8" providerId="ADAL" clId="{59185594-8C92-55A3-BC91-76BBF75B7E90}" dt="2026-06-22T20:53:20.619" v="2041"/>
          <ac:spMkLst>
            <pc:docMk/>
            <pc:sldMk cId="2370909471" sldId="323"/>
            <ac:spMk id="5" creationId="{09767B58-1DA3-B811-4EE4-54024E320680}"/>
          </ac:spMkLst>
        </pc:spChg>
        <pc:picChg chg="add mod">
          <ac:chgData name="Eliwelton Batista" userId="d003b2ed-4b8f-47f2-8ebf-2f4fd37364e8" providerId="ADAL" clId="{59185594-8C92-55A3-BC91-76BBF75B7E90}" dt="2026-06-22T20:53:20.619" v="2041"/>
          <ac:picMkLst>
            <pc:docMk/>
            <pc:sldMk cId="2370909471" sldId="323"/>
            <ac:picMk id="3" creationId="{C40C9B96-A872-34D6-E2EE-80A8A9D52537}"/>
          </ac:picMkLst>
        </pc:picChg>
        <pc:picChg chg="del">
          <ac:chgData name="Eliwelton Batista" userId="d003b2ed-4b8f-47f2-8ebf-2f4fd37364e8" providerId="ADAL" clId="{59185594-8C92-55A3-BC91-76BBF75B7E90}" dt="2026-06-22T20:53:13.131" v="2038" actId="478"/>
          <ac:picMkLst>
            <pc:docMk/>
            <pc:sldMk cId="2370909471" sldId="323"/>
            <ac:picMk id="6" creationId="{CD005D98-EF54-49BE-3653-0CEF3DA97D00}"/>
          </ac:picMkLst>
        </pc:picChg>
        <pc:picChg chg="add mod">
          <ac:chgData name="Eliwelton Batista" userId="d003b2ed-4b8f-47f2-8ebf-2f4fd37364e8" providerId="ADAL" clId="{59185594-8C92-55A3-BC91-76BBF75B7E90}" dt="2026-06-22T20:53:20.619" v="2041"/>
          <ac:picMkLst>
            <pc:docMk/>
            <pc:sldMk cId="2370909471" sldId="323"/>
            <ac:picMk id="7" creationId="{B7019E83-B556-8746-785D-2FE2B820DC00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3T13:48:30.076" v="2774" actId="20577"/>
        <pc:sldMkLst>
          <pc:docMk/>
          <pc:sldMk cId="1986961615" sldId="324"/>
        </pc:sldMkLst>
        <pc:spChg chg="del">
          <ac:chgData name="Eliwelton Batista" userId="d003b2ed-4b8f-47f2-8ebf-2f4fd37364e8" providerId="ADAL" clId="{59185594-8C92-55A3-BC91-76BBF75B7E90}" dt="2026-06-22T20:55:37.483" v="2118" actId="478"/>
          <ac:spMkLst>
            <pc:docMk/>
            <pc:sldMk cId="1986961615" sldId="324"/>
            <ac:spMk id="6" creationId="{3A4CC5ED-D88A-B5C3-5910-0573396E8FE6}"/>
          </ac:spMkLst>
        </pc:spChg>
        <pc:spChg chg="add mod">
          <ac:chgData name="Eliwelton Batista" userId="d003b2ed-4b8f-47f2-8ebf-2f4fd37364e8" providerId="ADAL" clId="{59185594-8C92-55A3-BC91-76BBF75B7E90}" dt="2026-06-22T20:55:37.961" v="2119"/>
          <ac:spMkLst>
            <pc:docMk/>
            <pc:sldMk cId="1986961615" sldId="324"/>
            <ac:spMk id="10" creationId="{A9565246-0CFE-8486-EF3E-622FEF39CCF5}"/>
          </ac:spMkLst>
        </pc:spChg>
        <pc:spChg chg="add mod">
          <ac:chgData name="Eliwelton Batista" userId="d003b2ed-4b8f-47f2-8ebf-2f4fd37364e8" providerId="ADAL" clId="{59185594-8C92-55A3-BC91-76BBF75B7E90}" dt="2026-06-23T13:48:30.076" v="2774" actId="20577"/>
          <ac:spMkLst>
            <pc:docMk/>
            <pc:sldMk cId="1986961615" sldId="324"/>
            <ac:spMk id="12" creationId="{B348D81C-8F61-C97D-151F-C65D8DC5B5D0}"/>
          </ac:spMkLst>
        </pc:spChg>
        <pc:picChg chg="add mod">
          <ac:chgData name="Eliwelton Batista" userId="d003b2ed-4b8f-47f2-8ebf-2f4fd37364e8" providerId="ADAL" clId="{59185594-8C92-55A3-BC91-76BBF75B7E90}" dt="2026-06-22T20:55:37.961" v="2119"/>
          <ac:picMkLst>
            <pc:docMk/>
            <pc:sldMk cId="1986961615" sldId="324"/>
            <ac:picMk id="9" creationId="{B618A83D-EF8A-9790-1A6D-1F24B9E3B6FC}"/>
          </ac:picMkLst>
        </pc:picChg>
        <pc:picChg chg="add mod">
          <ac:chgData name="Eliwelton Batista" userId="d003b2ed-4b8f-47f2-8ebf-2f4fd37364e8" providerId="ADAL" clId="{59185594-8C92-55A3-BC91-76BBF75B7E90}" dt="2026-06-22T20:55:42.107" v="2121"/>
          <ac:picMkLst>
            <pc:docMk/>
            <pc:sldMk cId="1986961615" sldId="324"/>
            <ac:picMk id="11" creationId="{AFC8FED8-295D-B0B9-69B8-B9213D763A90}"/>
          </ac:picMkLst>
        </pc:picChg>
        <pc:picChg chg="del">
          <ac:chgData name="Eliwelton Batista" userId="d003b2ed-4b8f-47f2-8ebf-2f4fd37364e8" providerId="ADAL" clId="{59185594-8C92-55A3-BC91-76BBF75B7E90}" dt="2026-06-22T20:55:37.483" v="2118" actId="478"/>
          <ac:picMkLst>
            <pc:docMk/>
            <pc:sldMk cId="1986961615" sldId="324"/>
            <ac:picMk id="1026" creationId="{E899BC01-CE38-DE8F-CDA7-869F5B4B1E84}"/>
          </ac:picMkLst>
        </pc:picChg>
        <pc:picChg chg="del">
          <ac:chgData name="Eliwelton Batista" userId="d003b2ed-4b8f-47f2-8ebf-2f4fd37364e8" providerId="ADAL" clId="{59185594-8C92-55A3-BC91-76BBF75B7E90}" dt="2026-06-22T20:55:37.483" v="2118" actId="478"/>
          <ac:picMkLst>
            <pc:docMk/>
            <pc:sldMk cId="1986961615" sldId="324"/>
            <ac:picMk id="1030" creationId="{6E16A64E-DA85-2050-7F5D-9667B0D38656}"/>
          </ac:picMkLst>
        </pc:pic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2" creationId="{77730066-F502-9564-3CA6-474B99E86A19}"/>
          </ac:inkMkLst>
        </pc:ink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3" creationId="{65EE321B-9036-5050-F3E7-D21D671FB7A1}"/>
          </ac:inkMkLst>
        </pc:ink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7" creationId="{AEBC431D-106C-FF37-705E-CC2492637340}"/>
          </ac:inkMkLst>
        </pc:inkChg>
        <pc:inkChg chg="del">
          <ac:chgData name="Eliwelton Batista" userId="d003b2ed-4b8f-47f2-8ebf-2f4fd37364e8" providerId="ADAL" clId="{59185594-8C92-55A3-BC91-76BBF75B7E90}" dt="2026-06-22T20:55:41.340" v="2120" actId="478"/>
          <ac:inkMkLst>
            <pc:docMk/>
            <pc:sldMk cId="1986961615" sldId="324"/>
            <ac:inkMk id="8" creationId="{B5472C75-4CFF-2032-66E6-F8BF056C032A}"/>
          </ac:inkMkLst>
        </pc:inkChg>
      </pc:sldChg>
      <pc:sldChg chg="addSp delSp modSp add mod">
        <pc:chgData name="Eliwelton Batista" userId="d003b2ed-4b8f-47f2-8ebf-2f4fd37364e8" providerId="ADAL" clId="{59185594-8C92-55A3-BC91-76BBF75B7E90}" dt="2026-06-22T20:56:22.244" v="2129" actId="1076"/>
        <pc:sldMkLst>
          <pc:docMk/>
          <pc:sldMk cId="2115887562" sldId="325"/>
        </pc:sldMkLst>
        <pc:spChg chg="del">
          <ac:chgData name="Eliwelton Batista" userId="d003b2ed-4b8f-47f2-8ebf-2f4fd37364e8" providerId="ADAL" clId="{59185594-8C92-55A3-BC91-76BBF75B7E90}" dt="2026-06-22T20:56:18.982" v="2128" actId="478"/>
          <ac:spMkLst>
            <pc:docMk/>
            <pc:sldMk cId="2115887562" sldId="325"/>
            <ac:spMk id="6" creationId="{C51C9E2B-700E-1BCF-1788-32EFEA8F24BB}"/>
          </ac:spMkLst>
        </pc:spChg>
        <pc:spChg chg="add mod">
          <ac:chgData name="Eliwelton Batista" userId="d003b2ed-4b8f-47f2-8ebf-2f4fd37364e8" providerId="ADAL" clId="{59185594-8C92-55A3-BC91-76BBF75B7E90}" dt="2026-06-22T20:56:22.244" v="2129" actId="1076"/>
          <ac:spMkLst>
            <pc:docMk/>
            <pc:sldMk cId="2115887562" sldId="325"/>
            <ac:spMk id="7" creationId="{AD4649DC-D5BB-FC59-578C-C6D4F2F05DEA}"/>
          </ac:spMkLst>
        </pc:spChg>
        <pc:picChg chg="add mod">
          <ac:chgData name="Eliwelton Batista" userId="d003b2ed-4b8f-47f2-8ebf-2f4fd37364e8" providerId="ADAL" clId="{59185594-8C92-55A3-BC91-76BBF75B7E90}" dt="2026-06-22T20:56:22.244" v="2129" actId="1076"/>
          <ac:picMkLst>
            <pc:docMk/>
            <pc:sldMk cId="2115887562" sldId="325"/>
            <ac:picMk id="2" creationId="{A0DC34BF-A0F6-F274-1DE5-0930187A9715}"/>
          </ac:picMkLst>
        </pc:picChg>
        <pc:picChg chg="del">
          <ac:chgData name="Eliwelton Batista" userId="d003b2ed-4b8f-47f2-8ebf-2f4fd37364e8" providerId="ADAL" clId="{59185594-8C92-55A3-BC91-76BBF75B7E90}" dt="2026-06-22T20:56:15.790" v="2125" actId="478"/>
          <ac:picMkLst>
            <pc:docMk/>
            <pc:sldMk cId="2115887562" sldId="325"/>
            <ac:picMk id="3" creationId="{56681F0C-3E8A-53D2-D09F-56A4C5392A00}"/>
          </ac:picMkLst>
        </pc:picChg>
      </pc:sldChg>
      <pc:sldChg chg="addSp delSp modSp add mod">
        <pc:chgData name="Eliwelton Batista" userId="d003b2ed-4b8f-47f2-8ebf-2f4fd37364e8" providerId="ADAL" clId="{59185594-8C92-55A3-BC91-76BBF75B7E90}" dt="2026-06-22T21:15:15.077" v="2352" actId="20577"/>
        <pc:sldMkLst>
          <pc:docMk/>
          <pc:sldMk cId="527924202" sldId="326"/>
        </pc:sldMkLst>
        <pc:spChg chg="add mod">
          <ac:chgData name="Eliwelton Batista" userId="d003b2ed-4b8f-47f2-8ebf-2f4fd37364e8" providerId="ADAL" clId="{59185594-8C92-55A3-BC91-76BBF75B7E90}" dt="2026-06-22T21:15:15.077" v="2352" actId="20577"/>
          <ac:spMkLst>
            <pc:docMk/>
            <pc:sldMk cId="527924202" sldId="326"/>
            <ac:spMk id="3" creationId="{3B25F091-7F99-49F8-71A4-E1B240FEC845}"/>
          </ac:spMkLst>
        </pc:spChg>
        <pc:spChg chg="mod">
          <ac:chgData name="Eliwelton Batista" userId="d003b2ed-4b8f-47f2-8ebf-2f4fd37364e8" providerId="ADAL" clId="{59185594-8C92-55A3-BC91-76BBF75B7E90}" dt="2026-06-22T21:06:25.327" v="2148" actId="20577"/>
          <ac:spMkLst>
            <pc:docMk/>
            <pc:sldMk cId="527924202" sldId="326"/>
            <ac:spMk id="5" creationId="{7D7D210F-7FB4-0424-888B-1A43C89655DE}"/>
          </ac:spMkLst>
        </pc:spChg>
        <pc:spChg chg="add del mod">
          <ac:chgData name="Eliwelton Batista" userId="d003b2ed-4b8f-47f2-8ebf-2f4fd37364e8" providerId="ADAL" clId="{59185594-8C92-55A3-BC91-76BBF75B7E90}" dt="2026-06-22T21:09:55.560" v="2202"/>
          <ac:spMkLst>
            <pc:docMk/>
            <pc:sldMk cId="527924202" sldId="326"/>
            <ac:spMk id="6" creationId="{FA45E6DA-8A1B-331E-5F2B-0DD22CC2F320}"/>
          </ac:spMkLst>
        </pc:spChg>
        <pc:spChg chg="del">
          <ac:chgData name="Eliwelton Batista" userId="d003b2ed-4b8f-47f2-8ebf-2f4fd37364e8" providerId="ADAL" clId="{59185594-8C92-55A3-BC91-76BBF75B7E90}" dt="2026-06-22T21:06:27.806" v="2149" actId="478"/>
          <ac:spMkLst>
            <pc:docMk/>
            <pc:sldMk cId="527924202" sldId="326"/>
            <ac:spMk id="12" creationId="{F6C4BDBF-3A77-B0E0-B60E-6340B87FF39B}"/>
          </ac:spMkLst>
        </pc:spChg>
        <pc:picChg chg="add del mod">
          <ac:chgData name="Eliwelton Batista" userId="d003b2ed-4b8f-47f2-8ebf-2f4fd37364e8" providerId="ADAL" clId="{59185594-8C92-55A3-BC91-76BBF75B7E90}" dt="2026-06-22T21:10:41.680" v="2215" actId="478"/>
          <ac:picMkLst>
            <pc:docMk/>
            <pc:sldMk cId="527924202" sldId="326"/>
            <ac:picMk id="2" creationId="{13D02801-6552-C213-61F0-4E5FA9E04B29}"/>
          </ac:picMkLst>
        </pc:picChg>
        <pc:picChg chg="del">
          <ac:chgData name="Eliwelton Batista" userId="d003b2ed-4b8f-47f2-8ebf-2f4fd37364e8" providerId="ADAL" clId="{59185594-8C92-55A3-BC91-76BBF75B7E90}" dt="2026-06-22T21:06:27.806" v="2149" actId="478"/>
          <ac:picMkLst>
            <pc:docMk/>
            <pc:sldMk cId="527924202" sldId="326"/>
            <ac:picMk id="11" creationId="{7555F4F0-7A99-958B-B2CD-AF01348B6F2D}"/>
          </ac:picMkLst>
        </pc:picChg>
      </pc:sldChg>
      <pc:sldChg chg="addSp modSp add mod">
        <pc:chgData name="Eliwelton Batista" userId="d003b2ed-4b8f-47f2-8ebf-2f4fd37364e8" providerId="ADAL" clId="{59185594-8C92-55A3-BC91-76BBF75B7E90}" dt="2026-06-23T13:47:50.429" v="2751" actId="14100"/>
        <pc:sldMkLst>
          <pc:docMk/>
          <pc:sldMk cId="1526492026" sldId="327"/>
        </pc:sldMkLst>
        <pc:spChg chg="mod">
          <ac:chgData name="Eliwelton Batista" userId="d003b2ed-4b8f-47f2-8ebf-2f4fd37364e8" providerId="ADAL" clId="{59185594-8C92-55A3-BC91-76BBF75B7E90}" dt="2026-06-23T13:46:04.208" v="2430" actId="14100"/>
          <ac:spMkLst>
            <pc:docMk/>
            <pc:sldMk cId="1526492026" sldId="327"/>
            <ac:spMk id="3" creationId="{DC412C88-6DA9-475C-8E93-C89B56B7B8A7}"/>
          </ac:spMkLst>
        </pc:spChg>
        <pc:spChg chg="add mod">
          <ac:chgData name="Eliwelton Batista" userId="d003b2ed-4b8f-47f2-8ebf-2f4fd37364e8" providerId="ADAL" clId="{59185594-8C92-55A3-BC91-76BBF75B7E90}" dt="2026-06-23T13:47:50.429" v="2751" actId="14100"/>
          <ac:spMkLst>
            <pc:docMk/>
            <pc:sldMk cId="1526492026" sldId="327"/>
            <ac:spMk id="8" creationId="{54AB6C40-969F-9511-F53E-B8297D6DF410}"/>
          </ac:spMkLst>
        </pc:spChg>
        <pc:graphicFrameChg chg="add mod">
          <ac:chgData name="Eliwelton Batista" userId="d003b2ed-4b8f-47f2-8ebf-2f4fd37364e8" providerId="ADAL" clId="{59185594-8C92-55A3-BC91-76BBF75B7E90}" dt="2026-06-22T21:13:56.507" v="2226"/>
          <ac:graphicFrameMkLst>
            <pc:docMk/>
            <pc:sldMk cId="1526492026" sldId="327"/>
            <ac:graphicFrameMk id="6" creationId="{7B227E67-2F6B-1B52-B4F5-65F24B7D80C0}"/>
          </ac:graphicFrameMkLst>
        </pc:graphicFrameChg>
        <pc:graphicFrameChg chg="add mod modGraphic">
          <ac:chgData name="Eliwelton Batista" userId="d003b2ed-4b8f-47f2-8ebf-2f4fd37364e8" providerId="ADAL" clId="{59185594-8C92-55A3-BC91-76BBF75B7E90}" dt="2026-06-22T21:14:16.938" v="2231" actId="14100"/>
          <ac:graphicFrameMkLst>
            <pc:docMk/>
            <pc:sldMk cId="1526492026" sldId="327"/>
            <ac:graphicFrameMk id="7" creationId="{8C392DCE-AF35-CE2C-6647-C9E25E87B015}"/>
          </ac:graphicFrameMkLst>
        </pc:graphicFrameChg>
      </pc:sldChg>
      <pc:sldChg chg="modSp mod">
        <pc:chgData name="Eliwelton Batista" userId="d003b2ed-4b8f-47f2-8ebf-2f4fd37364e8" providerId="ADAL" clId="{59185594-8C92-55A3-BC91-76BBF75B7E90}" dt="2026-06-23T13:45:29.678" v="2355" actId="13926"/>
        <pc:sldMkLst>
          <pc:docMk/>
          <pc:sldMk cId="4192718217" sldId="328"/>
        </pc:sldMkLst>
        <pc:spChg chg="mod">
          <ac:chgData name="Eliwelton Batista" userId="d003b2ed-4b8f-47f2-8ebf-2f4fd37364e8" providerId="ADAL" clId="{59185594-8C92-55A3-BC91-76BBF75B7E90}" dt="2026-06-23T13:45:29.678" v="2355" actId="13926"/>
          <ac:spMkLst>
            <pc:docMk/>
            <pc:sldMk cId="4192718217" sldId="328"/>
            <ac:spMk id="3" creationId="{FB7282CB-8E46-C612-DA74-DDCBE2C96767}"/>
          </ac:spMkLst>
        </pc:spChg>
        <pc:spChg chg="mod">
          <ac:chgData name="Eliwelton Batista" userId="d003b2ed-4b8f-47f2-8ebf-2f4fd37364e8" providerId="ADAL" clId="{59185594-8C92-55A3-BC91-76BBF75B7E90}" dt="2026-06-23T13:45:23.391" v="2354" actId="13926"/>
          <ac:spMkLst>
            <pc:docMk/>
            <pc:sldMk cId="4192718217" sldId="328"/>
            <ac:spMk id="5" creationId="{10754560-DBF4-E338-D1AC-733F3A27C479}"/>
          </ac:spMkLst>
        </pc:spChg>
      </pc:sldChg>
    </pc:docChg>
  </pc:docChgLst>
  <pc:docChgLst>
    <pc:chgData name="Samara Paz" userId="41a888bb-8272-4a44-aa90-eb5c5ec8e4d2" providerId="ADAL" clId="{5F1C45D5-D7D8-4109-9FA8-EB1319A213F0}"/>
    <pc:docChg chg="undo custSel addSld delSld modSld sldOrd">
      <pc:chgData name="Samara Paz" userId="41a888bb-8272-4a44-aa90-eb5c5ec8e4d2" providerId="ADAL" clId="{5F1C45D5-D7D8-4109-9FA8-EB1319A213F0}" dt="2026-06-23T14:06:02.193" v="6943" actId="1076"/>
      <pc:docMkLst>
        <pc:docMk/>
      </pc:docMkLst>
      <pc:sldChg chg="modSp mod ord">
        <pc:chgData name="Samara Paz" userId="41a888bb-8272-4a44-aa90-eb5c5ec8e4d2" providerId="ADAL" clId="{5F1C45D5-D7D8-4109-9FA8-EB1319A213F0}" dt="2026-06-23T13:18:22.549" v="6492"/>
        <pc:sldMkLst>
          <pc:docMk/>
          <pc:sldMk cId="3113777367" sldId="260"/>
        </pc:sldMkLst>
        <pc:spChg chg="mod">
          <ac:chgData name="Samara Paz" userId="41a888bb-8272-4a44-aa90-eb5c5ec8e4d2" providerId="ADAL" clId="{5F1C45D5-D7D8-4109-9FA8-EB1319A213F0}" dt="2026-06-23T01:30:21.263" v="5568" actId="20577"/>
          <ac:spMkLst>
            <pc:docMk/>
            <pc:sldMk cId="3113777367" sldId="260"/>
            <ac:spMk id="5" creationId="{E53B2DE9-76D2-FEF1-5176-3EFD4721C3D1}"/>
          </ac:spMkLst>
        </pc:spChg>
      </pc:sldChg>
      <pc:sldChg chg="addSp delSp modSp mod">
        <pc:chgData name="Samara Paz" userId="41a888bb-8272-4a44-aa90-eb5c5ec8e4d2" providerId="ADAL" clId="{5F1C45D5-D7D8-4109-9FA8-EB1319A213F0}" dt="2026-06-17T21:42:22.199" v="2921" actId="13926"/>
        <pc:sldMkLst>
          <pc:docMk/>
          <pc:sldMk cId="2701129356" sldId="265"/>
        </pc:sldMkLst>
        <pc:spChg chg="mod">
          <ac:chgData name="Samara Paz" userId="41a888bb-8272-4a44-aa90-eb5c5ec8e4d2" providerId="ADAL" clId="{5F1C45D5-D7D8-4109-9FA8-EB1319A213F0}" dt="2026-06-17T21:42:22.199" v="2921" actId="13926"/>
          <ac:spMkLst>
            <pc:docMk/>
            <pc:sldMk cId="2701129356" sldId="265"/>
            <ac:spMk id="13" creationId="{FC662B25-497B-32D2-B8D4-9047F616E17B}"/>
          </ac:spMkLst>
        </pc:spChg>
        <pc:picChg chg="add mod">
          <ac:chgData name="Samara Paz" userId="41a888bb-8272-4a44-aa90-eb5c5ec8e4d2" providerId="ADAL" clId="{5F1C45D5-D7D8-4109-9FA8-EB1319A213F0}" dt="2026-06-17T19:22:10.424" v="1440" actId="1076"/>
          <ac:picMkLst>
            <pc:docMk/>
            <pc:sldMk cId="2701129356" sldId="265"/>
            <ac:picMk id="3" creationId="{6AA12C3E-5E2F-9835-13F9-E0C7008B0FD5}"/>
          </ac:picMkLst>
        </pc:picChg>
        <pc:picChg chg="add mod modCrop">
          <ac:chgData name="Samara Paz" userId="41a888bb-8272-4a44-aa90-eb5c5ec8e4d2" providerId="ADAL" clId="{5F1C45D5-D7D8-4109-9FA8-EB1319A213F0}" dt="2026-06-17T19:22:27.102" v="1445" actId="208"/>
          <ac:picMkLst>
            <pc:docMk/>
            <pc:sldMk cId="2701129356" sldId="265"/>
            <ac:picMk id="5" creationId="{0167F3B1-52F7-3FED-F75C-6C70D7866977}"/>
          </ac:picMkLst>
        </pc:picChg>
      </pc:sldChg>
      <pc:sldChg chg="addSp delSp modSp mod">
        <pc:chgData name="Samara Paz" userId="41a888bb-8272-4a44-aa90-eb5c5ec8e4d2" providerId="ADAL" clId="{5F1C45D5-D7D8-4109-9FA8-EB1319A213F0}" dt="2026-06-17T18:34:25.950" v="872" actId="20577"/>
        <pc:sldMkLst>
          <pc:docMk/>
          <pc:sldMk cId="1858310516" sldId="267"/>
        </pc:sldMkLst>
        <pc:spChg chg="mod">
          <ac:chgData name="Samara Paz" userId="41a888bb-8272-4a44-aa90-eb5c5ec8e4d2" providerId="ADAL" clId="{5F1C45D5-D7D8-4109-9FA8-EB1319A213F0}" dt="2026-06-17T17:54:52.874" v="76" actId="20577"/>
          <ac:spMkLst>
            <pc:docMk/>
            <pc:sldMk cId="1858310516" sldId="267"/>
            <ac:spMk id="16" creationId="{3FB240C3-65CC-2EB2-B132-E85ED4B45D3C}"/>
          </ac:spMkLst>
        </pc:spChg>
        <pc:spChg chg="add mod">
          <ac:chgData name="Samara Paz" userId="41a888bb-8272-4a44-aa90-eb5c5ec8e4d2" providerId="ADAL" clId="{5F1C45D5-D7D8-4109-9FA8-EB1319A213F0}" dt="2026-06-17T18:34:25.950" v="872" actId="20577"/>
          <ac:spMkLst>
            <pc:docMk/>
            <pc:sldMk cId="1858310516" sldId="267"/>
            <ac:spMk id="19" creationId="{85C46274-4FFC-23FC-843B-B2DA27BE73D3}"/>
          </ac:spMkLst>
        </pc:spChg>
        <pc:spChg chg="add mod">
          <ac:chgData name="Samara Paz" userId="41a888bb-8272-4a44-aa90-eb5c5ec8e4d2" providerId="ADAL" clId="{5F1C45D5-D7D8-4109-9FA8-EB1319A213F0}" dt="2026-06-17T18:01:46.443" v="200" actId="1076"/>
          <ac:spMkLst>
            <pc:docMk/>
            <pc:sldMk cId="1858310516" sldId="267"/>
            <ac:spMk id="21" creationId="{C837B555-40F8-D2AA-52E8-7E6BA273E4EC}"/>
          </ac:spMkLst>
        </pc:spChg>
        <pc:spChg chg="add mod">
          <ac:chgData name="Samara Paz" userId="41a888bb-8272-4a44-aa90-eb5c5ec8e4d2" providerId="ADAL" clId="{5F1C45D5-D7D8-4109-9FA8-EB1319A213F0}" dt="2026-06-17T18:02:02.646" v="208" actId="14100"/>
          <ac:spMkLst>
            <pc:docMk/>
            <pc:sldMk cId="1858310516" sldId="267"/>
            <ac:spMk id="23" creationId="{8DB9751C-7DD0-A712-0155-7059BA5F3B65}"/>
          </ac:spMkLst>
        </pc:spChg>
        <pc:spChg chg="add mod">
          <ac:chgData name="Samara Paz" userId="41a888bb-8272-4a44-aa90-eb5c5ec8e4d2" providerId="ADAL" clId="{5F1C45D5-D7D8-4109-9FA8-EB1319A213F0}" dt="2026-06-17T18:02:58.249" v="228" actId="1076"/>
          <ac:spMkLst>
            <pc:docMk/>
            <pc:sldMk cId="1858310516" sldId="267"/>
            <ac:spMk id="27" creationId="{5F48A781-D934-06F5-33D5-E611BB904D2F}"/>
          </ac:spMkLst>
        </pc:spChg>
        <pc:picChg chg="add mod">
          <ac:chgData name="Samara Paz" userId="41a888bb-8272-4a44-aa90-eb5c5ec8e4d2" providerId="ADAL" clId="{5F1C45D5-D7D8-4109-9FA8-EB1319A213F0}" dt="2026-06-17T18:02:51.992" v="227" actId="1076"/>
          <ac:picMkLst>
            <pc:docMk/>
            <pc:sldMk cId="1858310516" sldId="267"/>
            <ac:picMk id="17" creationId="{E0D48EEE-E808-7A13-0C32-6AA99BE91C81}"/>
          </ac:picMkLst>
        </pc:picChg>
      </pc:sldChg>
      <pc:sldChg chg="addSp delSp modSp mod ord">
        <pc:chgData name="Samara Paz" userId="41a888bb-8272-4a44-aa90-eb5c5ec8e4d2" providerId="ADAL" clId="{5F1C45D5-D7D8-4109-9FA8-EB1319A213F0}" dt="2026-06-23T01:42:03.967" v="5969"/>
        <pc:sldMkLst>
          <pc:docMk/>
          <pc:sldMk cId="1234987695" sldId="268"/>
        </pc:sldMkLst>
        <pc:spChg chg="add del">
          <ac:chgData name="Samara Paz" userId="41a888bb-8272-4a44-aa90-eb5c5ec8e4d2" providerId="ADAL" clId="{5F1C45D5-D7D8-4109-9FA8-EB1319A213F0}" dt="2026-06-23T01:33:36.082" v="5599" actId="11529"/>
          <ac:spMkLst>
            <pc:docMk/>
            <pc:sldMk cId="1234987695" sldId="268"/>
            <ac:spMk id="2" creationId="{0945E9A6-FA32-79FC-16CF-F40A7F3ECAB3}"/>
          </ac:spMkLst>
        </pc:spChg>
        <pc:spChg chg="add mod">
          <ac:chgData name="Samara Paz" userId="41a888bb-8272-4a44-aa90-eb5c5ec8e4d2" providerId="ADAL" clId="{5F1C45D5-D7D8-4109-9FA8-EB1319A213F0}" dt="2026-06-23T01:40:17.014" v="5855" actId="1076"/>
          <ac:spMkLst>
            <pc:docMk/>
            <pc:sldMk cId="1234987695" sldId="268"/>
            <ac:spMk id="3" creationId="{0A9323C5-E0E2-8465-15D5-86DEDD897250}"/>
          </ac:spMkLst>
        </pc:spChg>
        <pc:spChg chg="mod">
          <ac:chgData name="Samara Paz" userId="41a888bb-8272-4a44-aa90-eb5c5ec8e4d2" providerId="ADAL" clId="{5F1C45D5-D7D8-4109-9FA8-EB1319A213F0}" dt="2026-06-23T01:41:53.057" v="5967" actId="20577"/>
          <ac:spMkLst>
            <pc:docMk/>
            <pc:sldMk cId="1234987695" sldId="268"/>
            <ac:spMk id="6" creationId="{6DE5D6A7-DC16-F7E0-2FFF-4740C50F98C0}"/>
          </ac:spMkLst>
        </pc:spChg>
        <pc:picChg chg="add mod modCrop">
          <ac:chgData name="Samara Paz" userId="41a888bb-8272-4a44-aa90-eb5c5ec8e4d2" providerId="ADAL" clId="{5F1C45D5-D7D8-4109-9FA8-EB1319A213F0}" dt="2026-06-23T01:40:14.878" v="5854" actId="1076"/>
          <ac:picMkLst>
            <pc:docMk/>
            <pc:sldMk cId="1234987695" sldId="268"/>
            <ac:picMk id="7" creationId="{5A9DAC06-7672-2D5E-B624-448AC2914459}"/>
          </ac:picMkLst>
        </pc:picChg>
        <pc:picChg chg="add mod modCrop">
          <ac:chgData name="Samara Paz" userId="41a888bb-8272-4a44-aa90-eb5c5ec8e4d2" providerId="ADAL" clId="{5F1C45D5-D7D8-4109-9FA8-EB1319A213F0}" dt="2026-06-23T01:39:19.510" v="5764" actId="1076"/>
          <ac:picMkLst>
            <pc:docMk/>
            <pc:sldMk cId="1234987695" sldId="268"/>
            <ac:picMk id="9" creationId="{46ECE1B8-9A6F-898B-C1E6-E52E7CE43125}"/>
          </ac:picMkLst>
        </pc:picChg>
      </pc:sldChg>
      <pc:sldChg chg="addSp delSp modSp mod">
        <pc:chgData name="Samara Paz" userId="41a888bb-8272-4a44-aa90-eb5c5ec8e4d2" providerId="ADAL" clId="{5F1C45D5-D7D8-4109-9FA8-EB1319A213F0}" dt="2026-06-17T18:37:26.281" v="1078" actId="20577"/>
        <pc:sldMkLst>
          <pc:docMk/>
          <pc:sldMk cId="3858378453" sldId="269"/>
        </pc:sldMkLst>
        <pc:spChg chg="mod">
          <ac:chgData name="Samara Paz" userId="41a888bb-8272-4a44-aa90-eb5c5ec8e4d2" providerId="ADAL" clId="{5F1C45D5-D7D8-4109-9FA8-EB1319A213F0}" dt="2026-06-17T18:37:26.281" v="1078" actId="20577"/>
          <ac:spMkLst>
            <pc:docMk/>
            <pc:sldMk cId="3858378453" sldId="269"/>
            <ac:spMk id="6" creationId="{4B42138A-E043-078B-06D6-34B5C86C63B2}"/>
          </ac:spMkLst>
        </pc:spChg>
        <pc:picChg chg="add mod">
          <ac:chgData name="Samara Paz" userId="41a888bb-8272-4a44-aa90-eb5c5ec8e4d2" providerId="ADAL" clId="{5F1C45D5-D7D8-4109-9FA8-EB1319A213F0}" dt="2026-06-17T18:35:31.788" v="883" actId="1076"/>
          <ac:picMkLst>
            <pc:docMk/>
            <pc:sldMk cId="3858378453" sldId="269"/>
            <ac:picMk id="9" creationId="{6BADCF74-648F-1435-6A5D-B9F7F44A1F76}"/>
          </ac:picMkLst>
        </pc:picChg>
      </pc:sldChg>
      <pc:sldChg chg="addSp delSp modSp mod">
        <pc:chgData name="Samara Paz" userId="41a888bb-8272-4a44-aa90-eb5c5ec8e4d2" providerId="ADAL" clId="{5F1C45D5-D7D8-4109-9FA8-EB1319A213F0}" dt="2026-06-17T18:49:28.714" v="1244" actId="1076"/>
        <pc:sldMkLst>
          <pc:docMk/>
          <pc:sldMk cId="846477388" sldId="271"/>
        </pc:sldMkLst>
        <pc:spChg chg="mod">
          <ac:chgData name="Samara Paz" userId="41a888bb-8272-4a44-aa90-eb5c5ec8e4d2" providerId="ADAL" clId="{5F1C45D5-D7D8-4109-9FA8-EB1319A213F0}" dt="2026-06-17T18:49:23.534" v="1243" actId="20577"/>
          <ac:spMkLst>
            <pc:docMk/>
            <pc:sldMk cId="846477388" sldId="271"/>
            <ac:spMk id="6" creationId="{69138892-2354-0078-B664-DBC671A414B6}"/>
          </ac:spMkLst>
        </pc:spChg>
        <pc:picChg chg="add mod">
          <ac:chgData name="Samara Paz" userId="41a888bb-8272-4a44-aa90-eb5c5ec8e4d2" providerId="ADAL" clId="{5F1C45D5-D7D8-4109-9FA8-EB1319A213F0}" dt="2026-06-17T18:49:28.714" v="1244" actId="1076"/>
          <ac:picMkLst>
            <pc:docMk/>
            <pc:sldMk cId="846477388" sldId="271"/>
            <ac:picMk id="7" creationId="{0B9C2ECD-1456-D048-684B-9C60C1D9D6D1}"/>
          </ac:picMkLst>
        </pc:picChg>
      </pc:sldChg>
      <pc:sldChg chg="addSp delSp modSp mod ord">
        <pc:chgData name="Samara Paz" userId="41a888bb-8272-4a44-aa90-eb5c5ec8e4d2" providerId="ADAL" clId="{5F1C45D5-D7D8-4109-9FA8-EB1319A213F0}" dt="2026-06-23T13:56:04.560" v="6496" actId="20577"/>
        <pc:sldMkLst>
          <pc:docMk/>
          <pc:sldMk cId="1641290914" sldId="280"/>
        </pc:sldMkLst>
        <pc:spChg chg="add mod">
          <ac:chgData name="Samara Paz" userId="41a888bb-8272-4a44-aa90-eb5c5ec8e4d2" providerId="ADAL" clId="{5F1C45D5-D7D8-4109-9FA8-EB1319A213F0}" dt="2026-06-23T13:56:04.560" v="6496" actId="20577"/>
          <ac:spMkLst>
            <pc:docMk/>
            <pc:sldMk cId="1641290914" sldId="280"/>
            <ac:spMk id="4" creationId="{E87AE067-1B03-85D4-377A-628A55E84E62}"/>
          </ac:spMkLst>
        </pc:spChg>
        <pc:picChg chg="add mod">
          <ac:chgData name="Samara Paz" userId="41a888bb-8272-4a44-aa90-eb5c5ec8e4d2" providerId="ADAL" clId="{5F1C45D5-D7D8-4109-9FA8-EB1319A213F0}" dt="2026-06-17T20:01:36.740" v="1659" actId="1076"/>
          <ac:picMkLst>
            <pc:docMk/>
            <pc:sldMk cId="1641290914" sldId="280"/>
            <ac:picMk id="3" creationId="{AEE87E47-7274-17D4-133E-74A131797093}"/>
          </ac:picMkLst>
        </pc:picChg>
      </pc:sldChg>
      <pc:sldChg chg="modSp mod">
        <pc:chgData name="Samara Paz" userId="41a888bb-8272-4a44-aa90-eb5c5ec8e4d2" providerId="ADAL" clId="{5F1C45D5-D7D8-4109-9FA8-EB1319A213F0}" dt="2026-06-17T20:41:25.100" v="2564" actId="207"/>
        <pc:sldMkLst>
          <pc:docMk/>
          <pc:sldMk cId="0" sldId="284"/>
        </pc:sldMkLst>
        <pc:spChg chg="mod">
          <ac:chgData name="Samara Paz" userId="41a888bb-8272-4a44-aa90-eb5c5ec8e4d2" providerId="ADAL" clId="{5F1C45D5-D7D8-4109-9FA8-EB1319A213F0}" dt="2026-06-17T14:26:25.574" v="8" actId="122"/>
          <ac:spMkLst>
            <pc:docMk/>
            <pc:sldMk cId="0" sldId="284"/>
            <ac:spMk id="2" creationId="{6173B0F7-8050-8AF0-5214-F4713260B437}"/>
          </ac:spMkLst>
        </pc:spChg>
        <pc:spChg chg="mod">
          <ac:chgData name="Samara Paz" userId="41a888bb-8272-4a44-aa90-eb5c5ec8e4d2" providerId="ADAL" clId="{5F1C45D5-D7D8-4109-9FA8-EB1319A213F0}" dt="2026-06-17T20:41:25.100" v="2564" actId="207"/>
          <ac:spMkLst>
            <pc:docMk/>
            <pc:sldMk cId="0" sldId="284"/>
            <ac:spMk id="43" creationId="{00000000-0000-0000-0000-000000000000}"/>
          </ac:spMkLst>
        </pc:spChg>
      </pc:sldChg>
      <pc:sldChg chg="addSp delSp modSp mod">
        <pc:chgData name="Samara Paz" userId="41a888bb-8272-4a44-aa90-eb5c5ec8e4d2" providerId="ADAL" clId="{5F1C45D5-D7D8-4109-9FA8-EB1319A213F0}" dt="2026-06-22T21:39:43.297" v="5047" actId="20578"/>
        <pc:sldMkLst>
          <pc:docMk/>
          <pc:sldMk cId="4074902435" sldId="286"/>
        </pc:sldMkLst>
        <pc:spChg chg="mod">
          <ac:chgData name="Samara Paz" userId="41a888bb-8272-4a44-aa90-eb5c5ec8e4d2" providerId="ADAL" clId="{5F1C45D5-D7D8-4109-9FA8-EB1319A213F0}" dt="2026-06-17T18:05:50.089" v="360" actId="20577"/>
          <ac:spMkLst>
            <pc:docMk/>
            <pc:sldMk cId="4074902435" sldId="286"/>
            <ac:spMk id="3" creationId="{74AB54DE-7112-E290-1AAE-A5FFE4605C87}"/>
          </ac:spMkLst>
        </pc:spChg>
        <pc:spChg chg="add mod">
          <ac:chgData name="Samara Paz" userId="41a888bb-8272-4a44-aa90-eb5c5ec8e4d2" providerId="ADAL" clId="{5F1C45D5-D7D8-4109-9FA8-EB1319A213F0}" dt="2026-06-22T21:39:43.297" v="5047" actId="20578"/>
          <ac:spMkLst>
            <pc:docMk/>
            <pc:sldMk cId="4074902435" sldId="286"/>
            <ac:spMk id="9" creationId="{0409F59C-D288-7602-BF17-1621B95F2DD3}"/>
          </ac:spMkLst>
        </pc:spChg>
      </pc:sldChg>
      <pc:sldChg chg="addSp modSp new mod">
        <pc:chgData name="Samara Paz" userId="41a888bb-8272-4a44-aa90-eb5c5ec8e4d2" providerId="ADAL" clId="{5F1C45D5-D7D8-4109-9FA8-EB1319A213F0}" dt="2026-06-23T01:43:18.112" v="5970" actId="313"/>
        <pc:sldMkLst>
          <pc:docMk/>
          <pc:sldMk cId="262368102" sldId="300"/>
        </pc:sldMkLst>
        <pc:spChg chg="add mod">
          <ac:chgData name="Samara Paz" userId="41a888bb-8272-4a44-aa90-eb5c5ec8e4d2" providerId="ADAL" clId="{5F1C45D5-D7D8-4109-9FA8-EB1319A213F0}" dt="2026-06-23T01:43:18.112" v="5970" actId="313"/>
          <ac:spMkLst>
            <pc:docMk/>
            <pc:sldMk cId="262368102" sldId="300"/>
            <ac:spMk id="5" creationId="{C6CB9803-B143-654C-B5BD-70BAC991D938}"/>
          </ac:spMkLst>
        </pc:spChg>
        <pc:spChg chg="add mod">
          <ac:chgData name="Samara Paz" userId="41a888bb-8272-4a44-aa90-eb5c5ec8e4d2" providerId="ADAL" clId="{5F1C45D5-D7D8-4109-9FA8-EB1319A213F0}" dt="2026-06-17T19:52:50.872" v="1448"/>
          <ac:spMkLst>
            <pc:docMk/>
            <pc:sldMk cId="262368102" sldId="300"/>
            <ac:spMk id="6" creationId="{F151D3C1-C14F-560F-9D45-B997B4A650C5}"/>
          </ac:spMkLst>
        </pc:spChg>
        <pc:picChg chg="add">
          <ac:chgData name="Samara Paz" userId="41a888bb-8272-4a44-aa90-eb5c5ec8e4d2" providerId="ADAL" clId="{5F1C45D5-D7D8-4109-9FA8-EB1319A213F0}" dt="2026-06-17T19:52:39.094" v="1447" actId="22"/>
          <ac:picMkLst>
            <pc:docMk/>
            <pc:sldMk cId="262368102" sldId="300"/>
            <ac:picMk id="3" creationId="{1F29E407-20D1-B763-0F51-F7EC4B0CFBDC}"/>
          </ac:picMkLst>
        </pc:picChg>
        <pc:cxnChg chg="add mod">
          <ac:chgData name="Samara Paz" userId="41a888bb-8272-4a44-aa90-eb5c5ec8e4d2" providerId="ADAL" clId="{5F1C45D5-D7D8-4109-9FA8-EB1319A213F0}" dt="2026-06-17T19:52:50.872" v="1448"/>
          <ac:cxnSpMkLst>
            <pc:docMk/>
            <pc:sldMk cId="262368102" sldId="300"/>
            <ac:cxnSpMk id="4" creationId="{7ACC4BBF-E99F-689D-D0EE-27FEBAD96260}"/>
          </ac:cxnSpMkLst>
        </pc:cxnChg>
      </pc:sldChg>
      <pc:sldChg chg="addSp delSp modSp new mod ord">
        <pc:chgData name="Samara Paz" userId="41a888bb-8272-4a44-aa90-eb5c5ec8e4d2" providerId="ADAL" clId="{5F1C45D5-D7D8-4109-9FA8-EB1319A213F0}" dt="2026-06-23T13:15:19.628" v="6377" actId="6549"/>
        <pc:sldMkLst>
          <pc:docMk/>
          <pc:sldMk cId="441317879" sldId="301"/>
        </pc:sldMkLst>
        <pc:spChg chg="add mod">
          <ac:chgData name="Samara Paz" userId="41a888bb-8272-4a44-aa90-eb5c5ec8e4d2" providerId="ADAL" clId="{5F1C45D5-D7D8-4109-9FA8-EB1319A213F0}" dt="2026-06-17T20:21:25.941" v="2225"/>
          <ac:spMkLst>
            <pc:docMk/>
            <pc:sldMk cId="441317879" sldId="301"/>
            <ac:spMk id="5" creationId="{12F64D1E-6703-A93A-C837-0986925ECFBD}"/>
          </ac:spMkLst>
        </pc:spChg>
        <pc:spChg chg="add mod">
          <ac:chgData name="Samara Paz" userId="41a888bb-8272-4a44-aa90-eb5c5ec8e4d2" providerId="ADAL" clId="{5F1C45D5-D7D8-4109-9FA8-EB1319A213F0}" dt="2026-06-23T13:15:19.628" v="6377" actId="6549"/>
          <ac:spMkLst>
            <pc:docMk/>
            <pc:sldMk cId="441317879" sldId="301"/>
            <ac:spMk id="6" creationId="{078B892A-E0BF-521F-F139-E4885DC331B9}"/>
          </ac:spMkLst>
        </pc:spChg>
        <pc:picChg chg="add mod">
          <ac:chgData name="Samara Paz" userId="41a888bb-8272-4a44-aa90-eb5c5ec8e4d2" providerId="ADAL" clId="{5F1C45D5-D7D8-4109-9FA8-EB1319A213F0}" dt="2026-06-17T20:33:17.429" v="2462"/>
          <ac:picMkLst>
            <pc:docMk/>
            <pc:sldMk cId="441317879" sldId="301"/>
            <ac:picMk id="7" creationId="{E97DA357-50AB-135F-8427-00EB11B8B23A}"/>
          </ac:picMkLst>
        </pc:picChg>
        <pc:cxnChg chg="add mod">
          <ac:chgData name="Samara Paz" userId="41a888bb-8272-4a44-aa90-eb5c5ec8e4d2" providerId="ADAL" clId="{5F1C45D5-D7D8-4109-9FA8-EB1319A213F0}" dt="2026-06-17T20:21:25.941" v="2225"/>
          <ac:cxnSpMkLst>
            <pc:docMk/>
            <pc:sldMk cId="441317879" sldId="301"/>
            <ac:cxnSpMk id="4" creationId="{DCAAA341-75E4-C4B7-2F85-D6A23A996DE0}"/>
          </ac:cxnSpMkLst>
        </pc:cxnChg>
      </pc:sldChg>
      <pc:sldChg chg="addSp delSp modSp add mod ord">
        <pc:chgData name="Samara Paz" userId="41a888bb-8272-4a44-aa90-eb5c5ec8e4d2" providerId="ADAL" clId="{5F1C45D5-D7D8-4109-9FA8-EB1319A213F0}" dt="2026-06-23T13:14:07.330" v="6269" actId="20577"/>
        <pc:sldMkLst>
          <pc:docMk/>
          <pc:sldMk cId="2418986300" sldId="302"/>
        </pc:sldMkLst>
        <pc:spChg chg="mod">
          <ac:chgData name="Samara Paz" userId="41a888bb-8272-4a44-aa90-eb5c5ec8e4d2" providerId="ADAL" clId="{5F1C45D5-D7D8-4109-9FA8-EB1319A213F0}" dt="2026-06-23T13:14:07.330" v="6269" actId="20577"/>
          <ac:spMkLst>
            <pc:docMk/>
            <pc:sldMk cId="2418986300" sldId="302"/>
            <ac:spMk id="4" creationId="{91DC77A2-04BB-1D22-FF77-9A4A6D5F996A}"/>
          </ac:spMkLst>
        </pc:spChg>
        <pc:spChg chg="add mod">
          <ac:chgData name="Samara Paz" userId="41a888bb-8272-4a44-aa90-eb5c5ec8e4d2" providerId="ADAL" clId="{5F1C45D5-D7D8-4109-9FA8-EB1319A213F0}" dt="2026-06-17T20:03:21.211" v="1724" actId="207"/>
          <ac:spMkLst>
            <pc:docMk/>
            <pc:sldMk cId="2418986300" sldId="302"/>
            <ac:spMk id="6" creationId="{097C64F5-1E67-96CB-6245-3B1C97D2D95C}"/>
          </ac:spMkLst>
        </pc:spChg>
        <pc:picChg chg="add mod">
          <ac:chgData name="Samara Paz" userId="41a888bb-8272-4a44-aa90-eb5c5ec8e4d2" providerId="ADAL" clId="{5F1C45D5-D7D8-4109-9FA8-EB1319A213F0}" dt="2026-06-17T20:03:03.362" v="1721" actId="1076"/>
          <ac:picMkLst>
            <pc:docMk/>
            <pc:sldMk cId="2418986300" sldId="302"/>
            <ac:picMk id="5" creationId="{9BB92B08-6598-353B-1B80-93EFA7B5324B}"/>
          </ac:picMkLst>
        </pc:picChg>
      </pc:sldChg>
      <pc:sldChg chg="addSp modSp new mod ord">
        <pc:chgData name="Samara Paz" userId="41a888bb-8272-4a44-aa90-eb5c5ec8e4d2" providerId="ADAL" clId="{5F1C45D5-D7D8-4109-9FA8-EB1319A213F0}" dt="2026-06-23T13:15:35.521" v="6400" actId="6549"/>
        <pc:sldMkLst>
          <pc:docMk/>
          <pc:sldMk cId="1626158785" sldId="303"/>
        </pc:sldMkLst>
        <pc:spChg chg="add mod">
          <ac:chgData name="Samara Paz" userId="41a888bb-8272-4a44-aa90-eb5c5ec8e4d2" providerId="ADAL" clId="{5F1C45D5-D7D8-4109-9FA8-EB1319A213F0}" dt="2026-06-17T20:12:04.143" v="2223" actId="20577"/>
          <ac:spMkLst>
            <pc:docMk/>
            <pc:sldMk cId="1626158785" sldId="303"/>
            <ac:spMk id="5" creationId="{264FEC30-F609-4E63-911E-25C7907645F4}"/>
          </ac:spMkLst>
        </pc:spChg>
        <pc:spChg chg="add mod">
          <ac:chgData name="Samara Paz" userId="41a888bb-8272-4a44-aa90-eb5c5ec8e4d2" providerId="ADAL" clId="{5F1C45D5-D7D8-4109-9FA8-EB1319A213F0}" dt="2026-06-23T13:15:35.521" v="6400" actId="6549"/>
          <ac:spMkLst>
            <pc:docMk/>
            <pc:sldMk cId="1626158785" sldId="303"/>
            <ac:spMk id="6" creationId="{78D42BCD-D615-9B1E-64AE-88EEE28413A7}"/>
          </ac:spMkLst>
        </pc:spChg>
        <pc:picChg chg="add mod">
          <ac:chgData name="Samara Paz" userId="41a888bb-8272-4a44-aa90-eb5c5ec8e4d2" providerId="ADAL" clId="{5F1C45D5-D7D8-4109-9FA8-EB1319A213F0}" dt="2026-06-17T20:11:27.136" v="2125" actId="1076"/>
          <ac:picMkLst>
            <pc:docMk/>
            <pc:sldMk cId="1626158785" sldId="303"/>
            <ac:picMk id="3" creationId="{CD83BE84-9944-4C0E-6328-979B8AC32709}"/>
          </ac:picMkLst>
        </pc:picChg>
        <pc:cxnChg chg="add mod">
          <ac:chgData name="Samara Paz" userId="41a888bb-8272-4a44-aa90-eb5c5ec8e4d2" providerId="ADAL" clId="{5F1C45D5-D7D8-4109-9FA8-EB1319A213F0}" dt="2026-06-17T20:11:24.846" v="2124"/>
          <ac:cxnSpMkLst>
            <pc:docMk/>
            <pc:sldMk cId="1626158785" sldId="303"/>
            <ac:cxnSpMk id="4" creationId="{7BF309DF-8535-A8CE-7C1B-18DAA58868D2}"/>
          </ac:cxnSpMkLst>
        </pc:cxnChg>
      </pc:sldChg>
      <pc:sldChg chg="addSp modSp new mod ord">
        <pc:chgData name="Samara Paz" userId="41a888bb-8272-4a44-aa90-eb5c5ec8e4d2" providerId="ADAL" clId="{5F1C45D5-D7D8-4109-9FA8-EB1319A213F0}" dt="2026-06-19T14:30:02.220" v="4706" actId="20577"/>
        <pc:sldMkLst>
          <pc:docMk/>
          <pc:sldMk cId="280469391" sldId="305"/>
        </pc:sldMkLst>
        <pc:spChg chg="add mod">
          <ac:chgData name="Samara Paz" userId="41a888bb-8272-4a44-aa90-eb5c5ec8e4d2" providerId="ADAL" clId="{5F1C45D5-D7D8-4109-9FA8-EB1319A213F0}" dt="2026-06-19T14:30:02.220" v="4706" actId="20577"/>
          <ac:spMkLst>
            <pc:docMk/>
            <pc:sldMk cId="280469391" sldId="305"/>
            <ac:spMk id="2" creationId="{A566FC68-F08E-CC07-D429-5C6C0BCAA3F6}"/>
          </ac:spMkLst>
        </pc:spChg>
      </pc:sldChg>
      <pc:sldChg chg="addSp modSp new mod ord">
        <pc:chgData name="Samara Paz" userId="41a888bb-8272-4a44-aa90-eb5c5ec8e4d2" providerId="ADAL" clId="{5F1C45D5-D7D8-4109-9FA8-EB1319A213F0}" dt="2026-06-23T13:56:26.309" v="6513" actId="20577"/>
        <pc:sldMkLst>
          <pc:docMk/>
          <pc:sldMk cId="685221575" sldId="306"/>
        </pc:sldMkLst>
        <pc:spChg chg="add mod">
          <ac:chgData name="Samara Paz" userId="41a888bb-8272-4a44-aa90-eb5c5ec8e4d2" providerId="ADAL" clId="{5F1C45D5-D7D8-4109-9FA8-EB1319A213F0}" dt="2026-06-17T20:23:28.186" v="2354"/>
          <ac:spMkLst>
            <pc:docMk/>
            <pc:sldMk cId="685221575" sldId="306"/>
            <ac:spMk id="5" creationId="{52DA958E-2EF6-E471-402F-0AE98587FF45}"/>
          </ac:spMkLst>
        </pc:spChg>
        <pc:spChg chg="add mod">
          <ac:chgData name="Samara Paz" userId="41a888bb-8272-4a44-aa90-eb5c5ec8e4d2" providerId="ADAL" clId="{5F1C45D5-D7D8-4109-9FA8-EB1319A213F0}" dt="2026-06-23T13:56:26.309" v="6513" actId="20577"/>
          <ac:spMkLst>
            <pc:docMk/>
            <pc:sldMk cId="685221575" sldId="306"/>
            <ac:spMk id="6" creationId="{8BE744D7-1722-7E5A-E945-DAE6A2859156}"/>
          </ac:spMkLst>
        </pc:spChg>
        <pc:picChg chg="add mod">
          <ac:chgData name="Samara Paz" userId="41a888bb-8272-4a44-aa90-eb5c5ec8e4d2" providerId="ADAL" clId="{5F1C45D5-D7D8-4109-9FA8-EB1319A213F0}" dt="2026-06-17T23:29:54.398" v="4125" actId="1076"/>
          <ac:picMkLst>
            <pc:docMk/>
            <pc:sldMk cId="685221575" sldId="306"/>
            <ac:picMk id="3" creationId="{CF6129A0-7E41-E8E9-647F-93346EA01994}"/>
          </ac:picMkLst>
        </pc:picChg>
        <pc:cxnChg chg="add mod">
          <ac:chgData name="Samara Paz" userId="41a888bb-8272-4a44-aa90-eb5c5ec8e4d2" providerId="ADAL" clId="{5F1C45D5-D7D8-4109-9FA8-EB1319A213F0}" dt="2026-06-17T20:23:28.186" v="2354"/>
          <ac:cxnSpMkLst>
            <pc:docMk/>
            <pc:sldMk cId="685221575" sldId="306"/>
            <ac:cxnSpMk id="4" creationId="{939D0EAE-41AA-4E77-01E3-8F6D1254B417}"/>
          </ac:cxnSpMkLst>
        </pc:cxnChg>
      </pc:sldChg>
      <pc:sldChg chg="addSp modSp new mod ord">
        <pc:chgData name="Samara Paz" userId="41a888bb-8272-4a44-aa90-eb5c5ec8e4d2" providerId="ADAL" clId="{5F1C45D5-D7D8-4109-9FA8-EB1319A213F0}" dt="2026-06-22T21:15:58.589" v="4817" actId="6549"/>
        <pc:sldMkLst>
          <pc:docMk/>
          <pc:sldMk cId="3922401362" sldId="307"/>
        </pc:sldMkLst>
        <pc:spChg chg="add mod">
          <ac:chgData name="Samara Paz" userId="41a888bb-8272-4a44-aa90-eb5c5ec8e4d2" providerId="ADAL" clId="{5F1C45D5-D7D8-4109-9FA8-EB1319A213F0}" dt="2026-06-17T20:36:45.899" v="2553" actId="20577"/>
          <ac:spMkLst>
            <pc:docMk/>
            <pc:sldMk cId="3922401362" sldId="307"/>
            <ac:spMk id="2" creationId="{20412B13-8098-C982-590A-E76AF5EDF8A2}"/>
          </ac:spMkLst>
        </pc:spChg>
        <pc:spChg chg="add mod">
          <ac:chgData name="Samara Paz" userId="41a888bb-8272-4a44-aa90-eb5c5ec8e4d2" providerId="ADAL" clId="{5F1C45D5-D7D8-4109-9FA8-EB1319A213F0}" dt="2026-06-22T21:15:58.589" v="4817" actId="6549"/>
          <ac:spMkLst>
            <pc:docMk/>
            <pc:sldMk cId="3922401362" sldId="307"/>
            <ac:spMk id="4" creationId="{197A6570-049F-D929-152C-BC9178CA64B6}"/>
          </ac:spMkLst>
        </pc:spChg>
        <pc:cxnChg chg="add mod">
          <ac:chgData name="Samara Paz" userId="41a888bb-8272-4a44-aa90-eb5c5ec8e4d2" providerId="ADAL" clId="{5F1C45D5-D7D8-4109-9FA8-EB1319A213F0}" dt="2026-06-17T20:36:35.324" v="2524"/>
          <ac:cxnSpMkLst>
            <pc:docMk/>
            <pc:sldMk cId="3922401362" sldId="307"/>
            <ac:cxnSpMk id="3" creationId="{E288806B-14E0-5D3F-5664-2613C1426F52}"/>
          </ac:cxnSpMkLst>
        </pc:cxnChg>
      </pc:sldChg>
      <pc:sldChg chg="modSp mod ord">
        <pc:chgData name="Samara Paz" userId="41a888bb-8272-4a44-aa90-eb5c5ec8e4d2" providerId="ADAL" clId="{5F1C45D5-D7D8-4109-9FA8-EB1319A213F0}" dt="2026-06-23T13:55:30.095" v="6494" actId="6549"/>
        <pc:sldMkLst>
          <pc:docMk/>
          <pc:sldMk cId="3809467614" sldId="310"/>
        </pc:sldMkLst>
        <pc:spChg chg="mod">
          <ac:chgData name="Samara Paz" userId="41a888bb-8272-4a44-aa90-eb5c5ec8e4d2" providerId="ADAL" clId="{5F1C45D5-D7D8-4109-9FA8-EB1319A213F0}" dt="2026-06-22T21:17:26.327" v="4830" actId="20577"/>
          <ac:spMkLst>
            <pc:docMk/>
            <pc:sldMk cId="3809467614" sldId="310"/>
            <ac:spMk id="2" creationId="{409F89FB-84AE-30D5-C19C-49277084A288}"/>
          </ac:spMkLst>
        </pc:spChg>
        <pc:spChg chg="mod">
          <ac:chgData name="Samara Paz" userId="41a888bb-8272-4a44-aa90-eb5c5ec8e4d2" providerId="ADAL" clId="{5F1C45D5-D7D8-4109-9FA8-EB1319A213F0}" dt="2026-06-23T13:55:30.095" v="6494" actId="6549"/>
          <ac:spMkLst>
            <pc:docMk/>
            <pc:sldMk cId="3809467614" sldId="310"/>
            <ac:spMk id="4" creationId="{DE30CF76-03B9-03A8-7754-F76ACAABB638}"/>
          </ac:spMkLst>
        </pc:spChg>
        <pc:spChg chg="mod">
          <ac:chgData name="Samara Paz" userId="41a888bb-8272-4a44-aa90-eb5c5ec8e4d2" providerId="ADAL" clId="{5F1C45D5-D7D8-4109-9FA8-EB1319A213F0}" dt="2026-06-23T13:12:06.179" v="6130" actId="20577"/>
          <ac:spMkLst>
            <pc:docMk/>
            <pc:sldMk cId="3809467614" sldId="310"/>
            <ac:spMk id="5" creationId="{C347ED81-6E51-C7E9-F080-53AC91C42423}"/>
          </ac:spMkLst>
        </pc:spChg>
      </pc:sldChg>
      <pc:sldChg chg="addSp modSp new mod">
        <pc:chgData name="Samara Paz" userId="41a888bb-8272-4a44-aa90-eb5c5ec8e4d2" providerId="ADAL" clId="{5F1C45D5-D7D8-4109-9FA8-EB1319A213F0}" dt="2026-06-17T23:31:01.605" v="4180" actId="1076"/>
        <pc:sldMkLst>
          <pc:docMk/>
          <pc:sldMk cId="3236701768" sldId="312"/>
        </pc:sldMkLst>
        <pc:spChg chg="add mod">
          <ac:chgData name="Samara Paz" userId="41a888bb-8272-4a44-aa90-eb5c5ec8e4d2" providerId="ADAL" clId="{5F1C45D5-D7D8-4109-9FA8-EB1319A213F0}" dt="2026-06-17T22:42:02.869" v="3205" actId="20577"/>
          <ac:spMkLst>
            <pc:docMk/>
            <pc:sldMk cId="3236701768" sldId="312"/>
            <ac:spMk id="5" creationId="{46F5A274-E51B-68EA-1CBC-4615459E3FF7}"/>
          </ac:spMkLst>
        </pc:spChg>
        <pc:spChg chg="add mod">
          <ac:chgData name="Samara Paz" userId="41a888bb-8272-4a44-aa90-eb5c5ec8e4d2" providerId="ADAL" clId="{5F1C45D5-D7D8-4109-9FA8-EB1319A213F0}" dt="2026-06-17T23:30:59.760" v="4179" actId="1076"/>
          <ac:spMkLst>
            <pc:docMk/>
            <pc:sldMk cId="3236701768" sldId="312"/>
            <ac:spMk id="6" creationId="{B8076B13-5A7F-7B10-748C-3A1923DE4A77}"/>
          </ac:spMkLst>
        </pc:spChg>
        <pc:picChg chg="add mod">
          <ac:chgData name="Samara Paz" userId="41a888bb-8272-4a44-aa90-eb5c5ec8e4d2" providerId="ADAL" clId="{5F1C45D5-D7D8-4109-9FA8-EB1319A213F0}" dt="2026-06-17T23:31:01.605" v="4180" actId="1076"/>
          <ac:picMkLst>
            <pc:docMk/>
            <pc:sldMk cId="3236701768" sldId="312"/>
            <ac:picMk id="3" creationId="{C4FE1093-A573-6928-FF52-DD5036D3830C}"/>
          </ac:picMkLst>
        </pc:picChg>
        <pc:cxnChg chg="add mod">
          <ac:chgData name="Samara Paz" userId="41a888bb-8272-4a44-aa90-eb5c5ec8e4d2" providerId="ADAL" clId="{5F1C45D5-D7D8-4109-9FA8-EB1319A213F0}" dt="2026-06-17T22:41:58.558" v="3194"/>
          <ac:cxnSpMkLst>
            <pc:docMk/>
            <pc:sldMk cId="3236701768" sldId="312"/>
            <ac:cxnSpMk id="4" creationId="{E2082764-6B19-73EA-4E82-7CE7C21BC2FD}"/>
          </ac:cxnSpMkLst>
        </pc:cxnChg>
      </pc:sldChg>
      <pc:sldChg chg="addSp modSp new mod">
        <pc:chgData name="Samara Paz" userId="41a888bb-8272-4a44-aa90-eb5c5ec8e4d2" providerId="ADAL" clId="{5F1C45D5-D7D8-4109-9FA8-EB1319A213F0}" dt="2026-06-23T13:59:50.033" v="6663" actId="1076"/>
        <pc:sldMkLst>
          <pc:docMk/>
          <pc:sldMk cId="1905726630" sldId="313"/>
        </pc:sldMkLst>
        <pc:spChg chg="add mod">
          <ac:chgData name="Samara Paz" userId="41a888bb-8272-4a44-aa90-eb5c5ec8e4d2" providerId="ADAL" clId="{5F1C45D5-D7D8-4109-9FA8-EB1319A213F0}" dt="2026-06-17T22:45:11.670" v="3473"/>
          <ac:spMkLst>
            <pc:docMk/>
            <pc:sldMk cId="1905726630" sldId="313"/>
            <ac:spMk id="3" creationId="{CD714E55-6340-9393-D11B-77C0D8BC68CF}"/>
          </ac:spMkLst>
        </pc:spChg>
        <pc:spChg chg="add mod">
          <ac:chgData name="Samara Paz" userId="41a888bb-8272-4a44-aa90-eb5c5ec8e4d2" providerId="ADAL" clId="{5F1C45D5-D7D8-4109-9FA8-EB1319A213F0}" dt="2026-06-23T13:59:41.538" v="6660" actId="20577"/>
          <ac:spMkLst>
            <pc:docMk/>
            <pc:sldMk cId="1905726630" sldId="313"/>
            <ac:spMk id="4" creationId="{00A1063E-4288-C2A1-0F29-88FAC7A4E39A}"/>
          </ac:spMkLst>
        </pc:spChg>
        <pc:picChg chg="add mod">
          <ac:chgData name="Samara Paz" userId="41a888bb-8272-4a44-aa90-eb5c5ec8e4d2" providerId="ADAL" clId="{5F1C45D5-D7D8-4109-9FA8-EB1319A213F0}" dt="2026-06-23T13:59:50.033" v="6663" actId="1076"/>
          <ac:picMkLst>
            <pc:docMk/>
            <pc:sldMk cId="1905726630" sldId="313"/>
            <ac:picMk id="6" creationId="{AEE2999B-1995-1F3B-506A-8C98C942463B}"/>
          </ac:picMkLst>
        </pc:picChg>
        <pc:cxnChg chg="add mod">
          <ac:chgData name="Samara Paz" userId="41a888bb-8272-4a44-aa90-eb5c5ec8e4d2" providerId="ADAL" clId="{5F1C45D5-D7D8-4109-9FA8-EB1319A213F0}" dt="2026-06-17T22:45:11.670" v="3473"/>
          <ac:cxnSpMkLst>
            <pc:docMk/>
            <pc:sldMk cId="1905726630" sldId="313"/>
            <ac:cxnSpMk id="2" creationId="{BC28F48D-27D5-69B9-4BB3-D089D0CB39A7}"/>
          </ac:cxnSpMkLst>
        </pc:cxnChg>
        <pc:cxnChg chg="mod">
          <ac:chgData name="Samara Paz" userId="41a888bb-8272-4a44-aa90-eb5c5ec8e4d2" providerId="ADAL" clId="{5F1C45D5-D7D8-4109-9FA8-EB1319A213F0}" dt="2026-06-23T13:59:50.033" v="6663" actId="1076"/>
          <ac:cxnSpMkLst>
            <pc:docMk/>
            <pc:sldMk cId="1905726630" sldId="313"/>
            <ac:cxnSpMk id="7" creationId="{56551877-8C97-0348-37A1-636C383042C7}"/>
          </ac:cxnSpMkLst>
        </pc:cxnChg>
        <pc:cxnChg chg="mod">
          <ac:chgData name="Samara Paz" userId="41a888bb-8272-4a44-aa90-eb5c5ec8e4d2" providerId="ADAL" clId="{5F1C45D5-D7D8-4109-9FA8-EB1319A213F0}" dt="2026-06-23T13:59:50.033" v="6663" actId="1076"/>
          <ac:cxnSpMkLst>
            <pc:docMk/>
            <pc:sldMk cId="1905726630" sldId="313"/>
            <ac:cxnSpMk id="8" creationId="{DE0A340D-88A7-E636-C16C-E5EFE0573FDE}"/>
          </ac:cxnSpMkLst>
        </pc:cxnChg>
      </pc:sldChg>
      <pc:sldChg chg="addSp modSp new mod">
        <pc:chgData name="Samara Paz" userId="41a888bb-8272-4a44-aa90-eb5c5ec8e4d2" providerId="ADAL" clId="{5F1C45D5-D7D8-4109-9FA8-EB1319A213F0}" dt="2026-06-23T01:23:55.838" v="5505" actId="1076"/>
        <pc:sldMkLst>
          <pc:docMk/>
          <pc:sldMk cId="3882671656" sldId="314"/>
        </pc:sldMkLst>
        <pc:spChg chg="add mod">
          <ac:chgData name="Samara Paz" userId="41a888bb-8272-4a44-aa90-eb5c5ec8e4d2" providerId="ADAL" clId="{5F1C45D5-D7D8-4109-9FA8-EB1319A213F0}" dt="2026-06-17T22:52:03.251" v="3561" actId="1076"/>
          <ac:spMkLst>
            <pc:docMk/>
            <pc:sldMk cId="3882671656" sldId="314"/>
            <ac:spMk id="5" creationId="{5FCA0F19-21F2-5E84-1740-FBF15A135C63}"/>
          </ac:spMkLst>
        </pc:spChg>
        <pc:spChg chg="add mod">
          <ac:chgData name="Samara Paz" userId="41a888bb-8272-4a44-aa90-eb5c5ec8e4d2" providerId="ADAL" clId="{5F1C45D5-D7D8-4109-9FA8-EB1319A213F0}" dt="2026-06-23T01:23:49.502" v="5504" actId="20577"/>
          <ac:spMkLst>
            <pc:docMk/>
            <pc:sldMk cId="3882671656" sldId="314"/>
            <ac:spMk id="6" creationId="{AC3BF0D9-16B7-B92B-D66D-9BEEE11BB428}"/>
          </ac:spMkLst>
        </pc:spChg>
        <pc:picChg chg="add mod">
          <ac:chgData name="Samara Paz" userId="41a888bb-8272-4a44-aa90-eb5c5ec8e4d2" providerId="ADAL" clId="{5F1C45D5-D7D8-4109-9FA8-EB1319A213F0}" dt="2026-06-23T01:23:55.838" v="5505" actId="1076"/>
          <ac:picMkLst>
            <pc:docMk/>
            <pc:sldMk cId="3882671656" sldId="314"/>
            <ac:picMk id="3" creationId="{4ECE0459-B07B-2138-8686-1E7589BC7E5E}"/>
          </ac:picMkLst>
        </pc:picChg>
        <pc:cxnChg chg="add mod">
          <ac:chgData name="Samara Paz" userId="41a888bb-8272-4a44-aa90-eb5c5ec8e4d2" providerId="ADAL" clId="{5F1C45D5-D7D8-4109-9FA8-EB1319A213F0}" dt="2026-06-17T22:52:03.251" v="3561" actId="1076"/>
          <ac:cxnSpMkLst>
            <pc:docMk/>
            <pc:sldMk cId="3882671656" sldId="314"/>
            <ac:cxnSpMk id="4" creationId="{4695BAC1-C60C-DEB4-4441-3522722F9999}"/>
          </ac:cxnSpMkLst>
        </pc:cxnChg>
      </pc:sldChg>
      <pc:sldChg chg="addSp modSp new mod ord">
        <pc:chgData name="Samara Paz" userId="41a888bb-8272-4a44-aa90-eb5c5ec8e4d2" providerId="ADAL" clId="{5F1C45D5-D7D8-4109-9FA8-EB1319A213F0}" dt="2026-06-23T13:57:11.311" v="6613" actId="20577"/>
        <pc:sldMkLst>
          <pc:docMk/>
          <pc:sldMk cId="667935160" sldId="315"/>
        </pc:sldMkLst>
        <pc:spChg chg="add mod">
          <ac:chgData name="Samara Paz" userId="41a888bb-8272-4a44-aa90-eb5c5ec8e4d2" providerId="ADAL" clId="{5F1C45D5-D7D8-4109-9FA8-EB1319A213F0}" dt="2026-06-17T23:31:57.175" v="4194"/>
          <ac:spMkLst>
            <pc:docMk/>
            <pc:sldMk cId="667935160" sldId="315"/>
            <ac:spMk id="4" creationId="{B6C65641-78AB-1794-24A6-B00552E32A73}"/>
          </ac:spMkLst>
        </pc:spChg>
        <pc:spChg chg="add mod">
          <ac:chgData name="Samara Paz" userId="41a888bb-8272-4a44-aa90-eb5c5ec8e4d2" providerId="ADAL" clId="{5F1C45D5-D7D8-4109-9FA8-EB1319A213F0}" dt="2026-06-23T13:57:11.311" v="6613" actId="20577"/>
          <ac:spMkLst>
            <pc:docMk/>
            <pc:sldMk cId="667935160" sldId="315"/>
            <ac:spMk id="5" creationId="{C1A853A8-F4CB-650A-9642-E0DA6C8DA201}"/>
          </ac:spMkLst>
        </pc:spChg>
        <pc:picChg chg="add mod">
          <ac:chgData name="Samara Paz" userId="41a888bb-8272-4a44-aa90-eb5c5ec8e4d2" providerId="ADAL" clId="{5F1C45D5-D7D8-4109-9FA8-EB1319A213F0}" dt="2026-06-17T23:31:59.066" v="4195" actId="1076"/>
          <ac:picMkLst>
            <pc:docMk/>
            <pc:sldMk cId="667935160" sldId="315"/>
            <ac:picMk id="3" creationId="{B98C0E4B-4BA5-9031-E8CD-DDCC5170C06C}"/>
          </ac:picMkLst>
        </pc:picChg>
        <pc:cxnChg chg="add mod">
          <ac:chgData name="Samara Paz" userId="41a888bb-8272-4a44-aa90-eb5c5ec8e4d2" providerId="ADAL" clId="{5F1C45D5-D7D8-4109-9FA8-EB1319A213F0}" dt="2026-06-17T23:31:57.175" v="4194"/>
          <ac:cxnSpMkLst>
            <pc:docMk/>
            <pc:sldMk cId="667935160" sldId="315"/>
            <ac:cxnSpMk id="2" creationId="{E9ED4B8E-BF9B-985D-C5CB-FF285E18CF50}"/>
          </ac:cxnSpMkLst>
        </pc:cxnChg>
      </pc:sldChg>
      <pc:sldChg chg="modSp mod ord">
        <pc:chgData name="Samara Paz" userId="41a888bb-8272-4a44-aa90-eb5c5ec8e4d2" providerId="ADAL" clId="{5F1C45D5-D7D8-4109-9FA8-EB1319A213F0}" dt="2026-06-22T21:46:36.755" v="5067" actId="20577"/>
        <pc:sldMkLst>
          <pc:docMk/>
          <pc:sldMk cId="1979207997" sldId="316"/>
        </pc:sldMkLst>
        <pc:spChg chg="mod">
          <ac:chgData name="Samara Paz" userId="41a888bb-8272-4a44-aa90-eb5c5ec8e4d2" providerId="ADAL" clId="{5F1C45D5-D7D8-4109-9FA8-EB1319A213F0}" dt="2026-06-22T21:46:36.755" v="5067" actId="20577"/>
          <ac:spMkLst>
            <pc:docMk/>
            <pc:sldMk cId="1979207997" sldId="316"/>
            <ac:spMk id="3" creationId="{442E8072-B63D-03B5-ACC2-128724715F8C}"/>
          </ac:spMkLst>
        </pc:spChg>
        <pc:spChg chg="mod">
          <ac:chgData name="Samara Paz" userId="41a888bb-8272-4a44-aa90-eb5c5ec8e4d2" providerId="ADAL" clId="{5F1C45D5-D7D8-4109-9FA8-EB1319A213F0}" dt="2026-06-22T21:09:45.322" v="4815" actId="20577"/>
          <ac:spMkLst>
            <pc:docMk/>
            <pc:sldMk cId="1979207997" sldId="316"/>
            <ac:spMk id="7" creationId="{A95F0DA9-759F-2077-24D0-DE30BDC8EEA3}"/>
          </ac:spMkLst>
        </pc:spChg>
        <pc:picChg chg="mod">
          <ac:chgData name="Samara Paz" userId="41a888bb-8272-4a44-aa90-eb5c5ec8e4d2" providerId="ADAL" clId="{5F1C45D5-D7D8-4109-9FA8-EB1319A213F0}" dt="2026-06-19T14:27:03.639" v="4685" actId="1076"/>
          <ac:picMkLst>
            <pc:docMk/>
            <pc:sldMk cId="1979207997" sldId="316"/>
            <ac:picMk id="2" creationId="{AEA9CBE5-20CC-B30C-F19B-7EBEBF293DB7}"/>
          </ac:picMkLst>
        </pc:picChg>
      </pc:sldChg>
      <pc:sldChg chg="modSp mod ord">
        <pc:chgData name="Samara Paz" userId="41a888bb-8272-4a44-aa90-eb5c5ec8e4d2" providerId="ADAL" clId="{5F1C45D5-D7D8-4109-9FA8-EB1319A213F0}" dt="2026-06-23T13:11:11.389" v="6079" actId="20577"/>
        <pc:sldMkLst>
          <pc:docMk/>
          <pc:sldMk cId="1070408559" sldId="317"/>
        </pc:sldMkLst>
        <pc:spChg chg="mod">
          <ac:chgData name="Samara Paz" userId="41a888bb-8272-4a44-aa90-eb5c5ec8e4d2" providerId="ADAL" clId="{5F1C45D5-D7D8-4109-9FA8-EB1319A213F0}" dt="2026-06-22T21:17:10.530" v="4824" actId="20577"/>
          <ac:spMkLst>
            <pc:docMk/>
            <pc:sldMk cId="1070408559" sldId="317"/>
            <ac:spMk id="3" creationId="{4BD1340B-3A33-77AB-C724-07209029184B}"/>
          </ac:spMkLst>
        </pc:spChg>
        <pc:spChg chg="mod">
          <ac:chgData name="Samara Paz" userId="41a888bb-8272-4a44-aa90-eb5c5ec8e4d2" providerId="ADAL" clId="{5F1C45D5-D7D8-4109-9FA8-EB1319A213F0}" dt="2026-06-23T13:11:11.389" v="6079" actId="20577"/>
          <ac:spMkLst>
            <pc:docMk/>
            <pc:sldMk cId="1070408559" sldId="317"/>
            <ac:spMk id="7" creationId="{1F20D0BB-2644-3E32-0D92-9B12881CC838}"/>
          </ac:spMkLst>
        </pc:spChg>
      </pc:sldChg>
      <pc:sldChg chg="del ord">
        <pc:chgData name="Samara Paz" userId="41a888bb-8272-4a44-aa90-eb5c5ec8e4d2" providerId="ADAL" clId="{5F1C45D5-D7D8-4109-9FA8-EB1319A213F0}" dt="2026-06-23T13:16:59.110" v="6441" actId="47"/>
        <pc:sldMkLst>
          <pc:docMk/>
          <pc:sldMk cId="1680734444" sldId="318"/>
        </pc:sldMkLst>
      </pc:sldChg>
      <pc:sldChg chg="del ord">
        <pc:chgData name="Samara Paz" userId="41a888bb-8272-4a44-aa90-eb5c5ec8e4d2" providerId="ADAL" clId="{5F1C45D5-D7D8-4109-9FA8-EB1319A213F0}" dt="2026-06-22T21:25:13.690" v="5045" actId="47"/>
        <pc:sldMkLst>
          <pc:docMk/>
          <pc:sldMk cId="317104074" sldId="319"/>
        </pc:sldMkLst>
      </pc:sldChg>
      <pc:sldChg chg="addSp delSp modSp new del mod">
        <pc:chgData name="Samara Paz" userId="41a888bb-8272-4a44-aa90-eb5c5ec8e4d2" providerId="ADAL" clId="{5F1C45D5-D7D8-4109-9FA8-EB1319A213F0}" dt="2026-06-23T01:22:06.616" v="5444" actId="47"/>
        <pc:sldMkLst>
          <pc:docMk/>
          <pc:sldMk cId="4061368394" sldId="320"/>
        </pc:sldMkLst>
        <pc:spChg chg="add del mod">
          <ac:chgData name="Samara Paz" userId="41a888bb-8272-4a44-aa90-eb5c5ec8e4d2" providerId="ADAL" clId="{5F1C45D5-D7D8-4109-9FA8-EB1319A213F0}" dt="2026-06-23T01:21:41.322" v="5435" actId="478"/>
          <ac:spMkLst>
            <pc:docMk/>
            <pc:sldMk cId="4061368394" sldId="320"/>
            <ac:spMk id="3" creationId="{B144001C-7F07-8018-AD73-144025304E9E}"/>
          </ac:spMkLst>
        </pc:spChg>
        <pc:picChg chg="add del mod">
          <ac:chgData name="Samara Paz" userId="41a888bb-8272-4a44-aa90-eb5c5ec8e4d2" providerId="ADAL" clId="{5F1C45D5-D7D8-4109-9FA8-EB1319A213F0}" dt="2026-06-23T01:22:00.166" v="5440" actId="21"/>
          <ac:picMkLst>
            <pc:docMk/>
            <pc:sldMk cId="4061368394" sldId="320"/>
            <ac:picMk id="2" creationId="{50D8FB22-92BC-8D6F-04FA-521A159BB786}"/>
          </ac:picMkLst>
        </pc:picChg>
      </pc:sldChg>
      <pc:sldChg chg="add">
        <pc:chgData name="Samara Paz" userId="41a888bb-8272-4a44-aa90-eb5c5ec8e4d2" providerId="ADAL" clId="{5F1C45D5-D7D8-4109-9FA8-EB1319A213F0}" dt="2026-06-19T14:29:51.473" v="4692"/>
        <pc:sldMkLst>
          <pc:docMk/>
          <pc:sldMk cId="2572175313" sldId="321"/>
        </pc:sldMkLst>
      </pc:sldChg>
      <pc:sldChg chg="del">
        <pc:chgData name="Samara Paz" userId="41a888bb-8272-4a44-aa90-eb5c5ec8e4d2" providerId="ADAL" clId="{5F1C45D5-D7D8-4109-9FA8-EB1319A213F0}" dt="2026-06-23T13:18:12.162" v="6490" actId="47"/>
        <pc:sldMkLst>
          <pc:docMk/>
          <pc:sldMk cId="2496145445" sldId="322"/>
        </pc:sldMkLst>
      </pc:sldChg>
      <pc:sldChg chg="addSp delSp modSp del mod ord">
        <pc:chgData name="Samara Paz" userId="41a888bb-8272-4a44-aa90-eb5c5ec8e4d2" providerId="ADAL" clId="{5F1C45D5-D7D8-4109-9FA8-EB1319A213F0}" dt="2026-06-23T13:18:35.673" v="6493" actId="47"/>
        <pc:sldMkLst>
          <pc:docMk/>
          <pc:sldMk cId="2370909471" sldId="323"/>
        </pc:sldMkLst>
        <pc:spChg chg="mod">
          <ac:chgData name="Samara Paz" userId="41a888bb-8272-4a44-aa90-eb5c5ec8e4d2" providerId="ADAL" clId="{5F1C45D5-D7D8-4109-9FA8-EB1319A213F0}" dt="2026-06-23T13:16:40.511" v="6440" actId="20577"/>
          <ac:spMkLst>
            <pc:docMk/>
            <pc:sldMk cId="2370909471" sldId="323"/>
            <ac:spMk id="5" creationId="{09767B58-1DA3-B811-4EE4-54024E320680}"/>
          </ac:spMkLst>
        </pc:spChg>
        <pc:cxnChg chg="add del">
          <ac:chgData name="Samara Paz" userId="41a888bb-8272-4a44-aa90-eb5c5ec8e4d2" providerId="ADAL" clId="{5F1C45D5-D7D8-4109-9FA8-EB1319A213F0}" dt="2026-06-23T13:15:56.919" v="6402" actId="478"/>
          <ac:cxnSpMkLst>
            <pc:docMk/>
            <pc:sldMk cId="2370909471" sldId="323"/>
            <ac:cxnSpMk id="8" creationId="{61D8B87C-7155-58BB-406A-2A25A9AB9EA9}"/>
          </ac:cxnSpMkLst>
        </pc:cxnChg>
        <pc:cxnChg chg="add mod">
          <ac:chgData name="Samara Paz" userId="41a888bb-8272-4a44-aa90-eb5c5ec8e4d2" providerId="ADAL" clId="{5F1C45D5-D7D8-4109-9FA8-EB1319A213F0}" dt="2026-06-23T13:16:17.557" v="6406" actId="1076"/>
          <ac:cxnSpMkLst>
            <pc:docMk/>
            <pc:sldMk cId="2370909471" sldId="323"/>
            <ac:cxnSpMk id="10" creationId="{A6BBE0DC-3703-5386-859E-E1DC35596BBF}"/>
          </ac:cxnSpMkLst>
        </pc:cxnChg>
        <pc:cxnChg chg="add mod">
          <ac:chgData name="Samara Paz" userId="41a888bb-8272-4a44-aa90-eb5c5ec8e4d2" providerId="ADAL" clId="{5F1C45D5-D7D8-4109-9FA8-EB1319A213F0}" dt="2026-06-23T13:16:28.382" v="6409" actId="14100"/>
          <ac:cxnSpMkLst>
            <pc:docMk/>
            <pc:sldMk cId="2370909471" sldId="323"/>
            <ac:cxnSpMk id="11" creationId="{F1C9E318-F789-794C-C5C4-CAF455EADEF4}"/>
          </ac:cxnSpMkLst>
        </pc:cxnChg>
      </pc:sldChg>
      <pc:sldChg chg="ord">
        <pc:chgData name="Samara Paz" userId="41a888bb-8272-4a44-aa90-eb5c5ec8e4d2" providerId="ADAL" clId="{5F1C45D5-D7D8-4109-9FA8-EB1319A213F0}" dt="2026-06-23T01:22:40.410" v="5448"/>
        <pc:sldMkLst>
          <pc:docMk/>
          <pc:sldMk cId="1986961615" sldId="324"/>
        </pc:sldMkLst>
      </pc:sldChg>
      <pc:sldChg chg="del">
        <pc:chgData name="Samara Paz" userId="41a888bb-8272-4a44-aa90-eb5c5ec8e4d2" providerId="ADAL" clId="{5F1C45D5-D7D8-4109-9FA8-EB1319A213F0}" dt="2026-06-23T01:22:57.857" v="5449" actId="2696"/>
        <pc:sldMkLst>
          <pc:docMk/>
          <pc:sldMk cId="2115887562" sldId="325"/>
        </pc:sldMkLst>
      </pc:sldChg>
      <pc:sldChg chg="addSp modSp mod ord">
        <pc:chgData name="Samara Paz" userId="41a888bb-8272-4a44-aa90-eb5c5ec8e4d2" providerId="ADAL" clId="{5F1C45D5-D7D8-4109-9FA8-EB1319A213F0}" dt="2026-06-23T01:22:04.179" v="5443" actId="1076"/>
        <pc:sldMkLst>
          <pc:docMk/>
          <pc:sldMk cId="527924202" sldId="326"/>
        </pc:sldMkLst>
        <pc:spChg chg="mod">
          <ac:chgData name="Samara Paz" userId="41a888bb-8272-4a44-aa90-eb5c5ec8e4d2" providerId="ADAL" clId="{5F1C45D5-D7D8-4109-9FA8-EB1319A213F0}" dt="2026-06-23T01:21:57.267" v="5439" actId="14100"/>
          <ac:spMkLst>
            <pc:docMk/>
            <pc:sldMk cId="527924202" sldId="326"/>
            <ac:spMk id="3" creationId="{3B25F091-7F99-49F8-71A4-E1B240FEC845}"/>
          </ac:spMkLst>
        </pc:spChg>
        <pc:picChg chg="add mod">
          <ac:chgData name="Samara Paz" userId="41a888bb-8272-4a44-aa90-eb5c5ec8e4d2" providerId="ADAL" clId="{5F1C45D5-D7D8-4109-9FA8-EB1319A213F0}" dt="2026-06-23T01:22:04.179" v="5443" actId="1076"/>
          <ac:picMkLst>
            <pc:docMk/>
            <pc:sldMk cId="527924202" sldId="326"/>
            <ac:picMk id="2" creationId="{50D8FB22-92BC-8D6F-04FA-521A159BB786}"/>
          </ac:picMkLst>
        </pc:picChg>
      </pc:sldChg>
      <pc:sldChg chg="ord">
        <pc:chgData name="Samara Paz" userId="41a888bb-8272-4a44-aa90-eb5c5ec8e4d2" providerId="ADAL" clId="{5F1C45D5-D7D8-4109-9FA8-EB1319A213F0}" dt="2026-06-23T01:22:14.474" v="5446"/>
        <pc:sldMkLst>
          <pc:docMk/>
          <pc:sldMk cId="1526492026" sldId="327"/>
        </pc:sldMkLst>
      </pc:sldChg>
      <pc:sldChg chg="addSp modSp new mod ord">
        <pc:chgData name="Samara Paz" userId="41a888bb-8272-4a44-aa90-eb5c5ec8e4d2" providerId="ADAL" clId="{5F1C45D5-D7D8-4109-9FA8-EB1319A213F0}" dt="2026-06-23T13:18:22.549" v="6492"/>
        <pc:sldMkLst>
          <pc:docMk/>
          <pc:sldMk cId="4192718217" sldId="328"/>
        </pc:sldMkLst>
        <pc:spChg chg="add mod">
          <ac:chgData name="Samara Paz" userId="41a888bb-8272-4a44-aa90-eb5c5ec8e4d2" providerId="ADAL" clId="{5F1C45D5-D7D8-4109-9FA8-EB1319A213F0}" dt="2026-06-23T01:31:23.419" v="5593" actId="208"/>
          <ac:spMkLst>
            <pc:docMk/>
            <pc:sldMk cId="4192718217" sldId="328"/>
            <ac:spMk id="3" creationId="{FB7282CB-8E46-C612-DA74-DDCBE2C96767}"/>
          </ac:spMkLst>
        </pc:spChg>
        <pc:spChg chg="add mod">
          <ac:chgData name="Samara Paz" userId="41a888bb-8272-4a44-aa90-eb5c5ec8e4d2" providerId="ADAL" clId="{5F1C45D5-D7D8-4109-9FA8-EB1319A213F0}" dt="2026-06-23T01:31:30.021" v="5595" actId="1076"/>
          <ac:spMkLst>
            <pc:docMk/>
            <pc:sldMk cId="4192718217" sldId="328"/>
            <ac:spMk id="5" creationId="{10754560-DBF4-E338-D1AC-733F3A27C479}"/>
          </ac:spMkLst>
        </pc:spChg>
      </pc:sldChg>
      <pc:sldChg chg="addSp modSp new mod">
        <pc:chgData name="Samara Paz" userId="41a888bb-8272-4a44-aa90-eb5c5ec8e4d2" providerId="ADAL" clId="{5F1C45D5-D7D8-4109-9FA8-EB1319A213F0}" dt="2026-06-23T01:37:01.745" v="5751" actId="20577"/>
        <pc:sldMkLst>
          <pc:docMk/>
          <pc:sldMk cId="280930113" sldId="329"/>
        </pc:sldMkLst>
        <pc:spChg chg="add mod">
          <ac:chgData name="Samara Paz" userId="41a888bb-8272-4a44-aa90-eb5c5ec8e4d2" providerId="ADAL" clId="{5F1C45D5-D7D8-4109-9FA8-EB1319A213F0}" dt="2026-06-23T01:37:01.745" v="5751" actId="20577"/>
          <ac:spMkLst>
            <pc:docMk/>
            <pc:sldMk cId="280930113" sldId="329"/>
            <ac:spMk id="4" creationId="{5F5D9BF4-6D51-FC92-C47A-4B62B4FE06C9}"/>
          </ac:spMkLst>
        </pc:spChg>
        <pc:picChg chg="add mod">
          <ac:chgData name="Samara Paz" userId="41a888bb-8272-4a44-aa90-eb5c5ec8e4d2" providerId="ADAL" clId="{5F1C45D5-D7D8-4109-9FA8-EB1319A213F0}" dt="2026-06-23T01:36:28.046" v="5648" actId="1076"/>
          <ac:picMkLst>
            <pc:docMk/>
            <pc:sldMk cId="280930113" sldId="329"/>
            <ac:picMk id="3" creationId="{A0FA8CFB-1C54-61CC-7273-61B5A535AA3D}"/>
          </ac:picMkLst>
        </pc:picChg>
      </pc:sldChg>
      <pc:sldChg chg="delSp modSp add mod">
        <pc:chgData name="Samara Paz" userId="41a888bb-8272-4a44-aa90-eb5c5ec8e4d2" providerId="ADAL" clId="{5F1C45D5-D7D8-4109-9FA8-EB1319A213F0}" dt="2026-06-23T01:38:30.465" v="5755" actId="6549"/>
        <pc:sldMkLst>
          <pc:docMk/>
          <pc:sldMk cId="2912938136" sldId="330"/>
        </pc:sldMkLst>
        <pc:spChg chg="mod">
          <ac:chgData name="Samara Paz" userId="41a888bb-8272-4a44-aa90-eb5c5ec8e4d2" providerId="ADAL" clId="{5F1C45D5-D7D8-4109-9FA8-EB1319A213F0}" dt="2026-06-23T01:38:30.465" v="5755" actId="6549"/>
          <ac:spMkLst>
            <pc:docMk/>
            <pc:sldMk cId="2912938136" sldId="330"/>
            <ac:spMk id="6" creationId="{09A5AA27-800C-9D16-EFC2-D04AFCD10620}"/>
          </ac:spMkLst>
        </pc:spChg>
        <pc:picChg chg="del">
          <ac:chgData name="Samara Paz" userId="41a888bb-8272-4a44-aa90-eb5c5ec8e4d2" providerId="ADAL" clId="{5F1C45D5-D7D8-4109-9FA8-EB1319A213F0}" dt="2026-06-23T01:38:24.789" v="5754" actId="478"/>
          <ac:picMkLst>
            <pc:docMk/>
            <pc:sldMk cId="2912938136" sldId="330"/>
            <ac:picMk id="9" creationId="{1296A3C1-24B4-815F-5E2E-FC08BBE56E1E}"/>
          </ac:picMkLst>
        </pc:picChg>
      </pc:sldChg>
      <pc:sldChg chg="addSp delSp modSp new mod">
        <pc:chgData name="Samara Paz" userId="41a888bb-8272-4a44-aa90-eb5c5ec8e4d2" providerId="ADAL" clId="{5F1C45D5-D7D8-4109-9FA8-EB1319A213F0}" dt="2026-06-23T14:06:02.193" v="6943" actId="1076"/>
        <pc:sldMkLst>
          <pc:docMk/>
          <pc:sldMk cId="1941598584" sldId="331"/>
        </pc:sldMkLst>
        <pc:spChg chg="add mod">
          <ac:chgData name="Samara Paz" userId="41a888bb-8272-4a44-aa90-eb5c5ec8e4d2" providerId="ADAL" clId="{5F1C45D5-D7D8-4109-9FA8-EB1319A213F0}" dt="2026-06-23T14:02:53.122" v="6938" actId="20577"/>
          <ac:spMkLst>
            <pc:docMk/>
            <pc:sldMk cId="1941598584" sldId="331"/>
            <ac:spMk id="4" creationId="{0E5D74AC-E9F5-F622-4F13-6EF17E3A922B}"/>
          </ac:spMkLst>
        </pc:spChg>
        <pc:spChg chg="add mod">
          <ac:chgData name="Samara Paz" userId="41a888bb-8272-4a44-aa90-eb5c5ec8e4d2" providerId="ADAL" clId="{5F1C45D5-D7D8-4109-9FA8-EB1319A213F0}" dt="2026-06-23T13:59:37.970" v="6659"/>
          <ac:spMkLst>
            <pc:docMk/>
            <pc:sldMk cId="1941598584" sldId="331"/>
            <ac:spMk id="6" creationId="{B3AAD048-07CA-C173-0373-BCAC3E625DDD}"/>
          </ac:spMkLst>
        </pc:spChg>
        <pc:spChg chg="add mod">
          <ac:chgData name="Samara Paz" userId="41a888bb-8272-4a44-aa90-eb5c5ec8e4d2" providerId="ADAL" clId="{5F1C45D5-D7D8-4109-9FA8-EB1319A213F0}" dt="2026-06-23T14:06:02.193" v="6943" actId="1076"/>
          <ac:spMkLst>
            <pc:docMk/>
            <pc:sldMk cId="1941598584" sldId="331"/>
            <ac:spMk id="11" creationId="{513E2B68-77C7-D7E2-B284-F86DD64D05C4}"/>
          </ac:spMkLst>
        </pc:spChg>
        <pc:picChg chg="add mod">
          <ac:chgData name="Samara Paz" userId="41a888bb-8272-4a44-aa90-eb5c5ec8e4d2" providerId="ADAL" clId="{5F1C45D5-D7D8-4109-9FA8-EB1319A213F0}" dt="2026-06-23T14:01:01.474" v="6717" actId="1076"/>
          <ac:picMkLst>
            <pc:docMk/>
            <pc:sldMk cId="1941598584" sldId="331"/>
            <ac:picMk id="3" creationId="{34999BE3-5CC9-D62F-C8FB-1513AC7E9112}"/>
          </ac:picMkLst>
        </pc:picChg>
        <pc:picChg chg="add del mod">
          <ac:chgData name="Samara Paz" userId="41a888bb-8272-4a44-aa90-eb5c5ec8e4d2" providerId="ADAL" clId="{5F1C45D5-D7D8-4109-9FA8-EB1319A213F0}" dt="2026-06-23T14:02:13.757" v="6906" actId="478"/>
          <ac:picMkLst>
            <pc:docMk/>
            <pc:sldMk cId="1941598584" sldId="331"/>
            <ac:picMk id="8" creationId="{42556794-DD7B-C472-C158-B14B96623CEC}"/>
          </ac:picMkLst>
        </pc:picChg>
        <pc:picChg chg="add mod">
          <ac:chgData name="Samara Paz" userId="41a888bb-8272-4a44-aa90-eb5c5ec8e4d2" providerId="ADAL" clId="{5F1C45D5-D7D8-4109-9FA8-EB1319A213F0}" dt="2026-06-23T14:02:15.672" v="6908" actId="1076"/>
          <ac:picMkLst>
            <pc:docMk/>
            <pc:sldMk cId="1941598584" sldId="331"/>
            <ac:picMk id="10" creationId="{726EFF71-1174-7FD3-CDED-8F1E2A08E52B}"/>
          </ac:picMkLst>
        </pc:picChg>
        <pc:cxnChg chg="add mod">
          <ac:chgData name="Samara Paz" userId="41a888bb-8272-4a44-aa90-eb5c5ec8e4d2" providerId="ADAL" clId="{5F1C45D5-D7D8-4109-9FA8-EB1319A213F0}" dt="2026-06-23T13:59:37.970" v="6659"/>
          <ac:cxnSpMkLst>
            <pc:docMk/>
            <pc:sldMk cId="1941598584" sldId="331"/>
            <ac:cxnSpMk id="5" creationId="{5B8D8D39-C7F9-9F62-D121-3BA79D4D22E9}"/>
          </ac:cxnSpMkLst>
        </pc:cxnChg>
      </pc:sldChg>
    </pc:docChg>
  </pc:docChgLst>
</pc:chgInfo>
</file>

<file path=ppt/comments/modernComment_12D_1A4DF9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24A1B9-632D-49AC-BA2B-931F613D461F}" authorId="{FD30CB0E-A867-9FEF-3C07-1B94DEF301C6}" created="2026-06-26T02:09:24.7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41317879" sldId="301"/>
      <ac:spMk id="6" creationId="{078B892A-E0BF-521F-F139-E4885DC331B9}"/>
      <ac:txMk cp="133" len="139">
        <ac:context len="275" hash="667149640"/>
      </ac:txMk>
    </ac:txMkLst>
    <p188:pos x="12625057" y="998114"/>
    <p188:txBody>
      <a:bodyPr/>
      <a:lstStyle/>
      <a:p>
        <a:r>
          <a:rPr lang="pt-CV"/>
          <a:t>A inclusão de novos campos irá impactar na construção de cadastro dos participantes, levaria tempo de desenvolvimento. Podemos pensar em uma v2</a:t>
        </a:r>
      </a:p>
    </p188:txBody>
  </p188:cm>
</p188:cmLst>
</file>

<file path=ppt/comments/modernComment_132_28D7A6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F4E26C-1CEE-44BE-BBC0-F349B397FCC8}" authorId="{FD30CB0E-A867-9FEF-3C07-1B94DEF301C6}" created="2026-06-26T02:05:15.72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85221575" sldId="306"/>
      <ac:spMk id="6" creationId="{8BE744D7-1722-7E5A-E945-DAE6A2859156}"/>
      <ac:txMk cp="79" len="59">
        <ac:context len="139" hash="133462584"/>
      </ac:txMk>
    </ac:txMkLst>
    <p188:pos x="6920942" y="998114"/>
    <p188:txBody>
      <a:bodyPr/>
      <a:lstStyle/>
      <a:p>
        <a:r>
          <a:rPr lang="pt-CV"/>
          <a:t>Nenhuma notificação será enviada para cadastro de e-mails errados, não tem como a aplicação saber o que está certo ou errado.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4:22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0 127,'8'-5,"-1"1,1 0,0 0,0 0,0 1,1 0,0 0,-1 1,1-1,18-1,8 0,52-2,-73 5,525-2,-304 5,927-2,-968-12,2-2,206 15,-367-2,0-2,0-1,59-13,31-4,-82 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4:24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1,'148'-1,"163"2,-5 18,94 18,-266-26,-95-8,-21-3,0 2,-1 0,1 0,24 7,-8 0,0-1,1-1,0-1,1-2,60 3,64-7,-113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5:53.1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79,'1090'0,"-755"-20,-10 0,685 22,-752-21,-44 0,474 16,-355 6,281-3,-557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8:25:56.0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41,'692'15,"216"10,7-25,-370-2,-29 2,-465-3,0-2,0-3,53-14,-42 8,89-9,284 19,-227 7,-50-3,-109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2EC25-F30D-4FB8-BA38-A73CCA78BEAA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1143000"/>
            <a:ext cx="4984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30C10-4E00-4E7E-8D50-AC374200B8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21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1pPr>
    <a:lvl2pPr marL="480459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2pPr>
    <a:lvl3pPr marL="960918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3pPr>
    <a:lvl4pPr marL="1441378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4pPr>
    <a:lvl5pPr marL="1921839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5pPr>
    <a:lvl6pPr marL="2402298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6pPr>
    <a:lvl7pPr marL="2882757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7pPr>
    <a:lvl8pPr marL="3363216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8pPr>
    <a:lvl9pPr marL="3843676" algn="l" defTabSz="960918" rtl="0" eaLnBrk="1" latinLnBrk="0" hangingPunct="1">
      <a:defRPr sz="126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5800"/>
            <a:ext cx="55403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30C10-4E00-4E7E-8D50-AC374200B80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682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30C10-4E00-4E7E-8D50-AC374200B80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754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30C10-4E00-4E7E-8D50-AC374200B80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8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766" y="1871983"/>
            <a:ext cx="8277844" cy="4028694"/>
          </a:xfrm>
        </p:spPr>
        <p:txBody>
          <a:bodyPr anchor="t">
            <a:normAutofit/>
          </a:bodyPr>
          <a:lstStyle>
            <a:lvl1pPr algn="l">
              <a:defRPr sz="737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66" y="6257511"/>
            <a:ext cx="8277844" cy="175772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2456" b="1" cap="all" spc="409" baseline="0"/>
            </a:lvl1pPr>
            <a:lvl2pPr marL="624008" indent="0" algn="ctr">
              <a:buNone/>
              <a:defRPr sz="2730"/>
            </a:lvl2pPr>
            <a:lvl3pPr marL="1248017" indent="0" algn="ctr">
              <a:buNone/>
              <a:defRPr sz="2456"/>
            </a:lvl3pPr>
            <a:lvl4pPr marL="1872025" indent="0" algn="ctr">
              <a:buNone/>
              <a:defRPr sz="2184"/>
            </a:lvl4pPr>
            <a:lvl5pPr marL="2496035" indent="0" algn="ctr">
              <a:buNone/>
              <a:defRPr sz="2184"/>
            </a:lvl5pPr>
            <a:lvl6pPr marL="3120043" indent="0" algn="ctr">
              <a:buNone/>
              <a:defRPr sz="2184"/>
            </a:lvl6pPr>
            <a:lvl7pPr marL="3744051" indent="0" algn="ctr">
              <a:buNone/>
              <a:defRPr sz="2184"/>
            </a:lvl7pPr>
            <a:lvl8pPr marL="4368061" indent="0" algn="ctr">
              <a:buNone/>
              <a:defRPr sz="2184"/>
            </a:lvl8pPr>
            <a:lvl9pPr marL="4992070" indent="0" algn="ctr">
              <a:buNone/>
              <a:defRPr sz="218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7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1" y="1"/>
            <a:ext cx="15119350" cy="9359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7" y="1762477"/>
            <a:ext cx="11427416" cy="4312780"/>
          </a:xfrm>
        </p:spPr>
        <p:txBody>
          <a:bodyPr anchor="b">
            <a:normAutofit/>
          </a:bodyPr>
          <a:lstStyle>
            <a:lvl1pPr>
              <a:defRPr sz="737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69" y="6849416"/>
            <a:ext cx="9805601" cy="1465660"/>
          </a:xfrm>
        </p:spPr>
        <p:txBody>
          <a:bodyPr>
            <a:normAutofit/>
          </a:bodyPr>
          <a:lstStyle>
            <a:lvl1pPr marL="0" indent="0">
              <a:buNone/>
              <a:defRPr sz="2730">
                <a:solidFill>
                  <a:schemeClr val="tx1"/>
                </a:solidFill>
              </a:defRPr>
            </a:lvl1pPr>
            <a:lvl2pPr marL="624008" indent="0">
              <a:buNone/>
              <a:defRPr sz="2730">
                <a:solidFill>
                  <a:schemeClr val="tx1">
                    <a:tint val="75000"/>
                  </a:schemeClr>
                </a:solidFill>
              </a:defRPr>
            </a:lvl2pPr>
            <a:lvl3pPr marL="1248017" indent="0">
              <a:buNone/>
              <a:defRPr sz="2456">
                <a:solidFill>
                  <a:schemeClr val="tx1">
                    <a:tint val="75000"/>
                  </a:schemeClr>
                </a:solidFill>
              </a:defRPr>
            </a:lvl3pPr>
            <a:lvl4pPr marL="1872025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4pPr>
            <a:lvl5pPr marL="2496035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5pPr>
            <a:lvl6pPr marL="3120043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6pPr>
            <a:lvl7pPr marL="3744051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7pPr>
            <a:lvl8pPr marL="4368061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8pPr>
            <a:lvl9pPr marL="4992070" indent="0">
              <a:buNone/>
              <a:defRPr sz="21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8265" y="6435422"/>
            <a:ext cx="121389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6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766" y="3594202"/>
            <a:ext cx="6463522" cy="4867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6129" y="3594202"/>
            <a:ext cx="6463522" cy="4867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9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1"/>
            <a:ext cx="13505884" cy="12825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65" y="3154569"/>
            <a:ext cx="6463522" cy="949055"/>
          </a:xfrm>
        </p:spPr>
        <p:txBody>
          <a:bodyPr anchor="b">
            <a:normAutofit/>
          </a:bodyPr>
          <a:lstStyle>
            <a:lvl1pPr marL="0" indent="0">
              <a:buNone/>
              <a:defRPr sz="2456" b="1" cap="all" spc="409" baseline="0"/>
            </a:lvl1pPr>
            <a:lvl2pPr marL="624008" indent="0">
              <a:buNone/>
              <a:defRPr sz="2730" b="1"/>
            </a:lvl2pPr>
            <a:lvl3pPr marL="1248017" indent="0">
              <a:buNone/>
              <a:defRPr sz="2456" b="1"/>
            </a:lvl3pPr>
            <a:lvl4pPr marL="1872025" indent="0">
              <a:buNone/>
              <a:defRPr sz="2184" b="1"/>
            </a:lvl4pPr>
            <a:lvl5pPr marL="2496035" indent="0">
              <a:buNone/>
              <a:defRPr sz="2184" b="1"/>
            </a:lvl5pPr>
            <a:lvl6pPr marL="3120043" indent="0">
              <a:buNone/>
              <a:defRPr sz="2184" b="1"/>
            </a:lvl6pPr>
            <a:lvl7pPr marL="3744051" indent="0">
              <a:buNone/>
              <a:defRPr sz="2184" b="1"/>
            </a:lvl7pPr>
            <a:lvl8pPr marL="4368061" indent="0">
              <a:buNone/>
              <a:defRPr sz="2184" b="1"/>
            </a:lvl8pPr>
            <a:lvl9pPr marL="4992070" indent="0">
              <a:buNone/>
              <a:defRPr sz="2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765" y="4103625"/>
            <a:ext cx="6463522" cy="435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36129" y="3154569"/>
            <a:ext cx="6463522" cy="949055"/>
          </a:xfrm>
        </p:spPr>
        <p:txBody>
          <a:bodyPr anchor="b">
            <a:normAutofit/>
          </a:bodyPr>
          <a:lstStyle>
            <a:lvl1pPr marL="0" indent="0">
              <a:buNone/>
              <a:defRPr sz="2456" b="1" cap="all" spc="409" baseline="0"/>
            </a:lvl1pPr>
            <a:lvl2pPr marL="624008" indent="0">
              <a:buNone/>
              <a:defRPr sz="2730" b="1"/>
            </a:lvl2pPr>
            <a:lvl3pPr marL="1248017" indent="0">
              <a:buNone/>
              <a:defRPr sz="2456" b="1"/>
            </a:lvl3pPr>
            <a:lvl4pPr marL="1872025" indent="0">
              <a:buNone/>
              <a:defRPr sz="2184" b="1"/>
            </a:lvl4pPr>
            <a:lvl5pPr marL="2496035" indent="0">
              <a:buNone/>
              <a:defRPr sz="2184" b="1"/>
            </a:lvl5pPr>
            <a:lvl6pPr marL="3120043" indent="0">
              <a:buNone/>
              <a:defRPr sz="2184" b="1"/>
            </a:lvl6pPr>
            <a:lvl7pPr marL="3744051" indent="0">
              <a:buNone/>
              <a:defRPr sz="2184" b="1"/>
            </a:lvl7pPr>
            <a:lvl8pPr marL="4368061" indent="0">
              <a:buNone/>
              <a:defRPr sz="2184" b="1"/>
            </a:lvl8pPr>
            <a:lvl9pPr marL="4992070" indent="0">
              <a:buNone/>
              <a:defRPr sz="2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36129" y="4103625"/>
            <a:ext cx="6463522" cy="435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1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9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1" y="1"/>
            <a:ext cx="15119350" cy="9359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6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2"/>
            <a:ext cx="4786055" cy="1981333"/>
          </a:xfrm>
        </p:spPr>
        <p:txBody>
          <a:bodyPr anchor="t">
            <a:normAutofit/>
          </a:bodyPr>
          <a:lstStyle>
            <a:lvl1pPr>
              <a:defRPr sz="49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799" y="1407129"/>
            <a:ext cx="8177855" cy="7051126"/>
          </a:xfrm>
        </p:spPr>
        <p:txBody>
          <a:bodyPr>
            <a:normAutofit/>
          </a:bodyPr>
          <a:lstStyle>
            <a:lvl1pPr>
              <a:defRPr sz="3822"/>
            </a:lvl1pPr>
            <a:lvl2pPr>
              <a:defRPr sz="3276"/>
            </a:lvl2pPr>
            <a:lvl3pPr>
              <a:defRPr sz="2730"/>
            </a:lvl3pPr>
            <a:lvl4pPr>
              <a:defRPr sz="2456"/>
            </a:lvl4pPr>
            <a:lvl5pPr>
              <a:defRPr sz="2456"/>
            </a:lvl5pPr>
            <a:lvl6pPr>
              <a:defRPr sz="2730"/>
            </a:lvl6pPr>
            <a:lvl7pPr>
              <a:defRPr sz="2730"/>
            </a:lvl7pPr>
            <a:lvl8pPr>
              <a:defRPr sz="2730"/>
            </a:lvl8pPr>
            <a:lvl9pPr>
              <a:defRPr sz="27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69" y="4056458"/>
            <a:ext cx="4786055" cy="4404020"/>
          </a:xfrm>
        </p:spPr>
        <p:txBody>
          <a:bodyPr/>
          <a:lstStyle>
            <a:lvl1pPr marL="0" indent="0">
              <a:buNone/>
              <a:defRPr sz="2184"/>
            </a:lvl1pPr>
            <a:lvl2pPr marL="624008" indent="0">
              <a:buNone/>
              <a:defRPr sz="1911"/>
            </a:lvl2pPr>
            <a:lvl3pPr marL="1248017" indent="0">
              <a:buNone/>
              <a:defRPr sz="1638"/>
            </a:lvl3pPr>
            <a:lvl4pPr marL="1872025" indent="0">
              <a:buNone/>
              <a:defRPr sz="1365"/>
            </a:lvl4pPr>
            <a:lvl5pPr marL="2496035" indent="0">
              <a:buNone/>
              <a:defRPr sz="1365"/>
            </a:lvl5pPr>
            <a:lvl6pPr marL="3120043" indent="0">
              <a:buNone/>
              <a:defRPr sz="1365"/>
            </a:lvl6pPr>
            <a:lvl7pPr marL="3744051" indent="0">
              <a:buNone/>
              <a:defRPr sz="1365"/>
            </a:lvl7pPr>
            <a:lvl8pPr marL="4368061" indent="0">
              <a:buNone/>
              <a:defRPr sz="1365"/>
            </a:lvl8pPr>
            <a:lvl9pPr marL="4992070" indent="0">
              <a:buNone/>
              <a:defRPr sz="13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4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2"/>
            <a:ext cx="4786055" cy="1981333"/>
          </a:xfrm>
        </p:spPr>
        <p:txBody>
          <a:bodyPr anchor="t">
            <a:normAutofit/>
          </a:bodyPr>
          <a:lstStyle>
            <a:lvl1pPr>
              <a:defRPr sz="49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3337" y="1410225"/>
            <a:ext cx="8175789" cy="7051126"/>
          </a:xfrm>
        </p:spPr>
        <p:txBody>
          <a:bodyPr/>
          <a:lstStyle>
            <a:lvl1pPr marL="0" indent="0">
              <a:buNone/>
              <a:defRPr sz="4368"/>
            </a:lvl1pPr>
            <a:lvl2pPr marL="624008" indent="0">
              <a:buNone/>
              <a:defRPr sz="3822"/>
            </a:lvl2pPr>
            <a:lvl3pPr marL="1248017" indent="0">
              <a:buNone/>
              <a:defRPr sz="3276"/>
            </a:lvl3pPr>
            <a:lvl4pPr marL="1872025" indent="0">
              <a:buNone/>
              <a:defRPr sz="2730"/>
            </a:lvl4pPr>
            <a:lvl5pPr marL="2496035" indent="0">
              <a:buNone/>
              <a:defRPr sz="2730"/>
            </a:lvl5pPr>
            <a:lvl6pPr marL="3120043" indent="0">
              <a:buNone/>
              <a:defRPr sz="2730"/>
            </a:lvl6pPr>
            <a:lvl7pPr marL="3744051" indent="0">
              <a:buNone/>
              <a:defRPr sz="2730"/>
            </a:lvl7pPr>
            <a:lvl8pPr marL="4368061" indent="0">
              <a:buNone/>
              <a:defRPr sz="2730"/>
            </a:lvl8pPr>
            <a:lvl9pPr marL="4992070" indent="0">
              <a:buNone/>
              <a:defRPr sz="273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69" y="4056461"/>
            <a:ext cx="4786055" cy="4404019"/>
          </a:xfrm>
        </p:spPr>
        <p:txBody>
          <a:bodyPr/>
          <a:lstStyle>
            <a:lvl1pPr marL="0" indent="0">
              <a:buNone/>
              <a:defRPr sz="2184"/>
            </a:lvl1pPr>
            <a:lvl2pPr marL="624008" indent="0">
              <a:buNone/>
              <a:defRPr sz="1911"/>
            </a:lvl2pPr>
            <a:lvl3pPr marL="1248017" indent="0">
              <a:buNone/>
              <a:defRPr sz="1638"/>
            </a:lvl3pPr>
            <a:lvl4pPr marL="1872025" indent="0">
              <a:buNone/>
              <a:defRPr sz="1365"/>
            </a:lvl4pPr>
            <a:lvl5pPr marL="2496035" indent="0">
              <a:buNone/>
              <a:defRPr sz="1365"/>
            </a:lvl5pPr>
            <a:lvl6pPr marL="3120043" indent="0">
              <a:buNone/>
              <a:defRPr sz="1365"/>
            </a:lvl6pPr>
            <a:lvl7pPr marL="3744051" indent="0">
              <a:buNone/>
              <a:defRPr sz="1365"/>
            </a:lvl7pPr>
            <a:lvl8pPr marL="4368061" indent="0">
              <a:buNone/>
              <a:defRPr sz="1365"/>
            </a:lvl8pPr>
            <a:lvl9pPr marL="4992070" indent="0">
              <a:buNone/>
              <a:defRPr sz="13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2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5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1" y="1"/>
            <a:ext cx="15119350" cy="9359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6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420392" y="873589"/>
            <a:ext cx="2246787" cy="755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3769" y="873591"/>
            <a:ext cx="10432278" cy="755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3421567" y="1627457"/>
            <a:ext cx="13359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48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5119350" cy="9359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675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69" y="1871981"/>
            <a:ext cx="13505884" cy="14975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66" y="3594202"/>
            <a:ext cx="13505884" cy="4867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3768" y="8675244"/>
            <a:ext cx="340185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 b="1" cap="all" spc="409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92561" y="8675244"/>
            <a:ext cx="5010482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 b="1" cap="all" spc="409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403043" y="8675244"/>
            <a:ext cx="896613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 b="1" cap="all" spc="409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4483" y="1407125"/>
            <a:ext cx="121389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4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6" r:id="rId5"/>
    <p:sldLayoutId id="2147483681" r:id="rId6"/>
    <p:sldLayoutId id="2147483677" r:id="rId7"/>
    <p:sldLayoutId id="2147483678" r:id="rId8"/>
    <p:sldLayoutId id="2147483679" r:id="rId9"/>
    <p:sldLayoutId id="2147483680" r:id="rId10"/>
    <p:sldLayoutId id="2147483682" r:id="rId11"/>
    <p:sldLayoutId id="2147483687" r:id="rId12"/>
  </p:sldLayoutIdLst>
  <p:hf sldNum="0" hdr="0" ftr="0" dt="0"/>
  <p:txStyles>
    <p:titleStyle>
      <a:lvl1pPr algn="l" defTabSz="1248017" rtl="0" eaLnBrk="1" latinLnBrk="0" hangingPunct="1">
        <a:lnSpc>
          <a:spcPct val="100000"/>
        </a:lnSpc>
        <a:spcBef>
          <a:spcPct val="0"/>
        </a:spcBef>
        <a:buNone/>
        <a:defRPr sz="545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2004" indent="-312004" algn="l" defTabSz="1248017" rtl="0" eaLnBrk="1" latinLnBrk="0" hangingPunct="1">
        <a:lnSpc>
          <a:spcPct val="120000"/>
        </a:lnSpc>
        <a:spcBef>
          <a:spcPts val="1365"/>
        </a:spcBef>
        <a:buSzPct val="87000"/>
        <a:buFont typeface="Arial" panose="020B0604020202020204" pitchFamily="34" charset="0"/>
        <a:buChar char="•"/>
        <a:defRPr sz="2730" kern="1200">
          <a:solidFill>
            <a:schemeClr val="tx1"/>
          </a:solidFill>
          <a:latin typeface="+mn-lt"/>
          <a:ea typeface="+mn-ea"/>
          <a:cs typeface="+mn-cs"/>
        </a:defRPr>
      </a:lvl1pPr>
      <a:lvl2pPr marL="673928" indent="-312004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998413" indent="-312004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3pPr>
      <a:lvl4pPr marL="1435220" indent="-390005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4pPr>
      <a:lvl5pPr marL="1772185" indent="-312004" algn="l" defTabSz="1248017" rtl="0" eaLnBrk="1" latinLnBrk="0" hangingPunct="1">
        <a:lnSpc>
          <a:spcPct val="120000"/>
        </a:lnSpc>
        <a:spcBef>
          <a:spcPts val="682"/>
        </a:spcBef>
        <a:buSzPct val="87000"/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5pPr>
      <a:lvl6pPr marL="3432049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6pPr>
      <a:lvl7pPr marL="4056056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7pPr>
      <a:lvl8pPr marL="4680065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8pPr>
      <a:lvl9pPr marL="5304074" indent="-312004" algn="l" defTabSz="124801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24008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1248017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3pPr>
      <a:lvl4pPr marL="1872025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4pPr>
      <a:lvl5pPr marL="2496035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5pPr>
      <a:lvl6pPr marL="3120043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6pPr>
      <a:lvl7pPr marL="3744051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7pPr>
      <a:lvl8pPr marL="4368061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8pPr>
      <a:lvl9pPr marL="4992070" algn="l" defTabSz="1248017" rtl="0" eaLnBrk="1" latinLnBrk="0" hangingPunct="1">
        <a:defRPr sz="24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132_28D7A6C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2D_1A4DF9F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3.png"/><Relationship Id="rId7" Type="http://schemas.openxmlformats.org/officeDocument/2006/relationships/image" Target="../media/image3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35.png"/><Relationship Id="rId5" Type="http://schemas.openxmlformats.org/officeDocument/2006/relationships/image" Target="../media/image32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675299" y="3641104"/>
            <a:ext cx="8233744" cy="173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169" tIns="75564" rIns="151169" bIns="75564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8762AA"/>
              </a:buClr>
              <a:buSzPts val="3200"/>
            </a:pPr>
            <a:r>
              <a:rPr lang="pt-BR" sz="5953" spc="165">
                <a:solidFill>
                  <a:srgbClr val="B39D54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 Medium"/>
              </a:rPr>
              <a:t>SISTEMA PARA  </a:t>
            </a:r>
          </a:p>
          <a:p>
            <a:pPr>
              <a:lnSpc>
                <a:spcPct val="90000"/>
              </a:lnSpc>
              <a:buClr>
                <a:srgbClr val="8762AA"/>
              </a:buClr>
              <a:buSzPts val="3200"/>
            </a:pPr>
            <a:r>
              <a:rPr lang="pt-BR" sz="5953" spc="165">
                <a:solidFill>
                  <a:srgbClr val="B39D54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 Medium"/>
              </a:rPr>
              <a:t>AVALIAÇÃO 360</a:t>
            </a:r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l="17379" t="11572" r="16644" b="12968"/>
          <a:stretch/>
        </p:blipFill>
        <p:spPr>
          <a:xfrm>
            <a:off x="10674706" y="427633"/>
            <a:ext cx="3902902" cy="25316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3;p1">
            <a:extLst>
              <a:ext uri="{FF2B5EF4-FFF2-40B4-BE49-F238E27FC236}">
                <a16:creationId xmlns:a16="http://schemas.microsoft.com/office/drawing/2014/main" id="{6173B0F7-8050-8AF0-5214-F4713260B437}"/>
              </a:ext>
            </a:extLst>
          </p:cNvPr>
          <p:cNvSpPr txBox="1"/>
          <p:nvPr/>
        </p:nvSpPr>
        <p:spPr>
          <a:xfrm>
            <a:off x="5635226" y="7811657"/>
            <a:ext cx="4409319" cy="9028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151169" tIns="75564" rIns="151169" bIns="75564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8762AA"/>
              </a:buClr>
              <a:buSzPts val="3200"/>
            </a:pPr>
            <a:r>
              <a:rPr lang="pt-BR" sz="5953" spc="165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Montserrat Medium"/>
              </a:rPr>
              <a:t>Revisão_2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7A6570-049F-D929-152C-BC9178CA64B6}"/>
              </a:ext>
            </a:extLst>
          </p:cNvPr>
          <p:cNvSpPr txBox="1"/>
          <p:nvPr/>
        </p:nvSpPr>
        <p:spPr>
          <a:xfrm>
            <a:off x="1024039" y="1409713"/>
            <a:ext cx="12596175" cy="4052776"/>
          </a:xfrm>
          <a:prstGeom prst="rect">
            <a:avLst/>
          </a:prstGeom>
          <a:solidFill>
            <a:srgbClr val="E9E0C5"/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342900" indent="-342900">
              <a:buFont typeface="Arial" panose="020B0604020202020204" pitchFamily="34" charset="0"/>
              <a:buChar char="•"/>
              <a:defRPr sz="2000"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23359" lvl="1" indent="-342900">
              <a:buFont typeface="Arial" panose="020B0604020202020204" pitchFamily="34" charset="0"/>
              <a:buChar char="•"/>
              <a:defRPr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>
              <a:spcBef>
                <a:spcPts val="600"/>
              </a:spcBef>
            </a:pPr>
            <a:r>
              <a:rPr lang="pt-BR" dirty="0"/>
              <a:t>Quando estamos configurando o questionário, tem um espaço dizendo: Lógica... O que seria?</a:t>
            </a:r>
          </a:p>
          <a:p>
            <a:pPr>
              <a:spcBef>
                <a:spcPts val="600"/>
              </a:spcBef>
            </a:pPr>
            <a:r>
              <a:rPr lang="pt-BR" dirty="0"/>
              <a:t>O botão de vincular participante como visualizador, serve para que?</a:t>
            </a:r>
          </a:p>
          <a:p>
            <a:pPr>
              <a:spcBef>
                <a:spcPts val="600"/>
              </a:spcBef>
            </a:pPr>
            <a:endParaRPr lang="pt-BR" dirty="0"/>
          </a:p>
          <a:p>
            <a:pPr>
              <a:spcBef>
                <a:spcPts val="600"/>
              </a:spcBef>
            </a:pPr>
            <a:r>
              <a:rPr lang="pt-BR" dirty="0"/>
              <a:t>Parte de relatório foi a mais confusa para mim, </a:t>
            </a:r>
          </a:p>
          <a:p>
            <a:pPr lvl="1">
              <a:spcBef>
                <a:spcPts val="600"/>
              </a:spcBef>
            </a:pPr>
            <a:r>
              <a:rPr lang="pt-BR" dirty="0"/>
              <a:t>primeiro que já deveria ter um relatório configurado antes de ser possível inserir pessoas respondendo. </a:t>
            </a:r>
          </a:p>
          <a:p>
            <a:pPr lvl="1">
              <a:spcBef>
                <a:spcPts val="600"/>
              </a:spcBef>
            </a:pPr>
            <a:r>
              <a:rPr lang="pt-BR" dirty="0"/>
              <a:t>Depois que o relatório precisa refletir o questionário, e tem campos editáveis que pode deixar espações em branco.</a:t>
            </a:r>
          </a:p>
          <a:p>
            <a:pPr lvl="1">
              <a:spcBef>
                <a:spcPts val="600"/>
              </a:spcBef>
            </a:pPr>
            <a:r>
              <a:rPr lang="pt-BR" dirty="0"/>
              <a:t>Editar o relatório toda vez que for gerar para um participante me pareceu muito trabalhoso e potencialmente confuso.</a:t>
            </a:r>
          </a:p>
          <a:p>
            <a:pPr lvl="1">
              <a:spcBef>
                <a:spcPts val="600"/>
              </a:spcBef>
            </a:pPr>
            <a:r>
              <a:rPr lang="pt-BR" dirty="0"/>
              <a:t>Deveria ter um modelo default, que ao clicar gera de acordo com os cadastros do projeto e um campo ou botão permitindo fazer a edição de relatórios específicos, caso seja necessário. </a:t>
            </a:r>
          </a:p>
          <a:p>
            <a:pPr lvl="1">
              <a:spcBef>
                <a:spcPts val="600"/>
              </a:spcBef>
            </a:pPr>
            <a:endParaRPr lang="pt-BR" dirty="0"/>
          </a:p>
          <a:p>
            <a:pPr lvl="1">
              <a:spcBef>
                <a:spcPts val="600"/>
              </a:spcBef>
            </a:pPr>
            <a:r>
              <a:rPr lang="pt-BR" dirty="0"/>
              <a:t>Outros pontos deixei nos prints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412B13-8098-C982-590A-E76AF5EDF8A2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Questionamentos - Eli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E288806B-14E0-5D3F-5664-2613C1426F52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0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4AB54DE-7112-E290-1AAE-A5FFE4605C87}"/>
              </a:ext>
            </a:extLst>
          </p:cNvPr>
          <p:cNvSpPr txBox="1"/>
          <p:nvPr/>
        </p:nvSpPr>
        <p:spPr>
          <a:xfrm>
            <a:off x="467591" y="1741389"/>
            <a:ext cx="6515100" cy="49537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O sistema deve ser orientado por projetos.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Um projeto contém múltiplos avaliadores e um avaliado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O relatório é gerado por avaliado (projeto) em formado: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</a:t>
            </a:r>
          </a:p>
          <a:p>
            <a:pPr marL="822960" lvl="1" indent="-342900">
              <a:buFont typeface="Arial" panose="020B0604020202020204" pitchFamily="34" charset="0"/>
              <a:buChar char="•"/>
            </a:pPr>
            <a:r>
              <a:rPr lang="pt-BR" sz="1850" b="0" u="none">
                <a:latin typeface="Calibri"/>
                <a:ea typeface="Calibri"/>
                <a:cs typeface="Calibri"/>
              </a:rPr>
              <a:t>Word</a:t>
            </a:r>
            <a:endParaRPr lang="pt-BR" sz="1850">
              <a:latin typeface="Calibri"/>
              <a:ea typeface="Calibri"/>
              <a:cs typeface="Calibri"/>
            </a:endParaRPr>
          </a:p>
          <a:p>
            <a:pPr marL="822960" lvl="1" indent="-342900">
              <a:buFont typeface="Arial" panose="020B0604020202020204" pitchFamily="34" charset="0"/>
              <a:buChar char="•"/>
            </a:pPr>
            <a:r>
              <a:rPr lang="pt-BR" sz="1850" b="0" u="none">
                <a:latin typeface="Calibri"/>
                <a:ea typeface="Calibri"/>
                <a:cs typeface="Calibri"/>
              </a:rPr>
              <a:t>E</a:t>
            </a:r>
            <a:r>
              <a:rPr lang="pt-BR" sz="1850">
                <a:latin typeface="Calibri"/>
                <a:ea typeface="Calibri"/>
                <a:cs typeface="Calibri"/>
              </a:rPr>
              <a:t>xcel</a:t>
            </a:r>
            <a:r>
              <a:rPr lang="pt-BR" sz="1850" b="0" u="none">
                <a:latin typeface="Calibri"/>
                <a:ea typeface="Calibri"/>
                <a:cs typeface="Calibri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O consumo de crédito ocorre por avaliado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r>
              <a:rPr lang="pt-BR"/>
              <a:t>Etapas obrigatórias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Configurar todas as etapas (definições)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Criar Projeto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Inserir Participantes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/>
              <a:t>Gerar Relatório</a:t>
            </a:r>
          </a:p>
          <a:p>
            <a:endParaRPr lang="pt-BR" b="0" u="none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C582A4-8E9A-37BD-9879-208766D98EB2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Regra principal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09EE00A-4F5E-CF44-14D7-5116DC04189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09F59C-D288-7602-BF17-1621B95F2DD3}"/>
              </a:ext>
            </a:extLst>
          </p:cNvPr>
          <p:cNvSpPr txBox="1"/>
          <p:nvPr/>
        </p:nvSpPr>
        <p:spPr>
          <a:xfrm>
            <a:off x="7657522" y="1737105"/>
            <a:ext cx="6626514" cy="67794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u="none"/>
              <a:t>Não LOCALIZAMOS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Inserir um aceite a lei LGPT antes do inicio do formulário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Tínhamos falado em fazer a programação dos envios dos </a:t>
            </a:r>
            <a:r>
              <a:rPr lang="pt-BR" b="0" u="none" err="1">
                <a:highlight>
                  <a:srgbClr val="FFFF00"/>
                </a:highlight>
              </a:rPr>
              <a:t>emails</a:t>
            </a:r>
            <a:r>
              <a:rPr lang="pt-BR" b="0" u="none">
                <a:highlight>
                  <a:srgbClr val="FFFF00"/>
                </a:highlight>
              </a:rPr>
              <a:t> </a:t>
            </a:r>
            <a:r>
              <a:rPr lang="pt-BR" b="0" u="none" err="1">
                <a:highlight>
                  <a:srgbClr val="FFFF00"/>
                </a:highlight>
              </a:rPr>
              <a:t>lembrentes</a:t>
            </a:r>
            <a:r>
              <a:rPr lang="pt-BR" b="0" u="none">
                <a:highlight>
                  <a:srgbClr val="FFFF00"/>
                </a:highlight>
              </a:rPr>
              <a:t> até o participante realizar o preenchimento  (não vi ainda esse item)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Precisamos incluir uma opção de extrair informação por cliente em um </a:t>
            </a:r>
            <a:r>
              <a:rPr lang="pt-BR" b="0" u="none" err="1">
                <a:highlight>
                  <a:srgbClr val="FFFF00"/>
                </a:highlight>
              </a:rPr>
              <a:t>excell</a:t>
            </a:r>
            <a:r>
              <a:rPr lang="pt-BR" b="0" u="none">
                <a:highlight>
                  <a:srgbClr val="FFFF00"/>
                </a:highlight>
              </a:rPr>
              <a:t> único (com todas as avaliações selecionadas) (não vi ainda esse item)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Cliente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Projeto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Avaliado</a:t>
            </a:r>
          </a:p>
          <a:p>
            <a:pPr marL="1166259" lvl="1">
              <a:buFont typeface="Arial" panose="020B0604020202020204" pitchFamily="34" charset="0"/>
              <a:buChar char="•"/>
            </a:pPr>
            <a:r>
              <a:rPr lang="pt-BR">
                <a:highlight>
                  <a:srgbClr val="FFFF00"/>
                </a:highlight>
              </a:rPr>
              <a:t>Notas </a:t>
            </a:r>
          </a:p>
          <a:p>
            <a:pPr marL="1166259" lvl="1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Baixar formulário em PDF (não vi ainda esse item) </a:t>
            </a:r>
          </a:p>
          <a:p>
            <a:endParaRPr lang="pt-BR" u="none"/>
          </a:p>
          <a:p>
            <a:r>
              <a:rPr lang="pt-BR" u="none"/>
              <a:t>PRECISAMOS</a:t>
            </a:r>
            <a:endParaRPr lang="pt-BR" b="0" u="none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u="none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u="none">
                <a:highlight>
                  <a:srgbClr val="FFFF00"/>
                </a:highlight>
              </a:rPr>
              <a:t>Precisamos de senhas dos usuários </a:t>
            </a:r>
            <a:r>
              <a:rPr lang="pt-BR">
                <a:highlight>
                  <a:srgbClr val="FFFF00"/>
                </a:highlight>
              </a:rPr>
              <a:t>Admin Cliente e Visualizador </a:t>
            </a:r>
            <a:r>
              <a:rPr lang="pt-BR" b="0" u="none">
                <a:highlight>
                  <a:srgbClr val="FFFF00"/>
                </a:highlight>
              </a:rPr>
              <a:t>para verificar os acessos </a:t>
            </a:r>
          </a:p>
        </p:txBody>
      </p:sp>
    </p:spTree>
    <p:extLst>
      <p:ext uri="{BB962C8B-B14F-4D97-AF65-F5344CB8AC3E}">
        <p14:creationId xmlns:p14="http://schemas.microsoft.com/office/powerpoint/2010/main" val="407490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FA8CFB-1C54-61CC-7273-61B5A535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85" y="1975573"/>
            <a:ext cx="14151566" cy="676664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F5D9BF4-6D51-FC92-C47A-4B62B4FE06C9}"/>
              </a:ext>
            </a:extLst>
          </p:cNvPr>
          <p:cNvSpPr txBox="1"/>
          <p:nvPr/>
        </p:nvSpPr>
        <p:spPr>
          <a:xfrm>
            <a:off x="506985" y="617682"/>
            <a:ext cx="1461236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entrar no sistema ele já entra direto na aba projetos deveria ser a dashboard</a:t>
            </a:r>
          </a:p>
        </p:txBody>
      </p:sp>
    </p:spTree>
    <p:extLst>
      <p:ext uri="{BB962C8B-B14F-4D97-AF65-F5344CB8AC3E}">
        <p14:creationId xmlns:p14="http://schemas.microsoft.com/office/powerpoint/2010/main" val="28093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3FB240C3-65CC-2EB2-B132-E85ED4B45D3C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Tela Inicial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960F818-8C47-A3F4-4044-7D79252A1EBC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0D48EEE-E808-7A13-0C32-6AA99BE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4" y="1975235"/>
            <a:ext cx="12935966" cy="633527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85C46274-4FFC-23FC-843B-B2DA27BE73D3}"/>
              </a:ext>
            </a:extLst>
          </p:cNvPr>
          <p:cNvSpPr txBox="1"/>
          <p:nvPr/>
        </p:nvSpPr>
        <p:spPr>
          <a:xfrm>
            <a:off x="506985" y="1107921"/>
            <a:ext cx="1461236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Tradução =&gt; Algumas palavras </a:t>
            </a:r>
            <a:r>
              <a:rPr lang="pt-B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estão sendo atualizadas quando modificamos o idioma de Português para Inglês ou Espanhol 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837B555-40F8-D2AA-52E8-7E6BA273E4EC}"/>
              </a:ext>
            </a:extLst>
          </p:cNvPr>
          <p:cNvSpPr/>
          <p:nvPr/>
        </p:nvSpPr>
        <p:spPr>
          <a:xfrm>
            <a:off x="5730875" y="2110671"/>
            <a:ext cx="365760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DB9751C-7DD0-A712-0155-7059BA5F3B65}"/>
              </a:ext>
            </a:extLst>
          </p:cNvPr>
          <p:cNvSpPr/>
          <p:nvPr/>
        </p:nvSpPr>
        <p:spPr>
          <a:xfrm>
            <a:off x="1329240" y="5375562"/>
            <a:ext cx="10668796" cy="2493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F48A781-D934-06F5-33D5-E611BB904D2F}"/>
              </a:ext>
            </a:extLst>
          </p:cNvPr>
          <p:cNvSpPr/>
          <p:nvPr/>
        </p:nvSpPr>
        <p:spPr>
          <a:xfrm>
            <a:off x="10510693" y="6540795"/>
            <a:ext cx="1307234" cy="4269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31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ABD6-7AE0-5E1C-CE04-561FE341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765D82A-E849-AEFE-BF57-E75059ED266D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54CED72-8AA3-9A66-9108-548D7C80000E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A5AA27-800C-9D16-EFC2-D04AFCD10620}"/>
              </a:ext>
            </a:extLst>
          </p:cNvPr>
          <p:cNvSpPr txBox="1"/>
          <p:nvPr/>
        </p:nvSpPr>
        <p:spPr>
          <a:xfrm>
            <a:off x="461242" y="1071115"/>
            <a:ext cx="14297890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/>
                <a:ea typeface="Calibri"/>
                <a:cs typeface="Calibri"/>
              </a:rPr>
              <a:t>Modificar nomenclatura : Créditos disponíveis para </a:t>
            </a:r>
            <a:r>
              <a:rPr lang="pt-BR" sz="2000" dirty="0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Créditos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Calibri"/>
                <a:ea typeface="Calibri"/>
                <a:cs typeface="Calibri"/>
              </a:rPr>
              <a:t>Modificar nomenclatura: </a:t>
            </a:r>
            <a:r>
              <a:rPr lang="pt-BR" sz="2000" dirty="0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Comprados para Adquiridos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F7C4DA-B0EE-BF11-0E98-2269FC8B03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00" b="9883"/>
          <a:stretch>
            <a:fillRect/>
          </a:stretch>
        </p:blipFill>
        <p:spPr>
          <a:xfrm>
            <a:off x="461242" y="2853037"/>
            <a:ext cx="11847106" cy="518760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C3D6AA0-2094-6EF4-984E-912E11C06E99}"/>
              </a:ext>
            </a:extLst>
          </p:cNvPr>
          <p:cNvSpPr/>
          <p:nvPr/>
        </p:nvSpPr>
        <p:spPr>
          <a:xfrm>
            <a:off x="7038109" y="6483927"/>
            <a:ext cx="845127" cy="155671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93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89FE50-C651-98C3-0A72-69AFEB2D609D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129CF87-CF15-FC64-EB3A-C8F57A738EF1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E5D6A7-DC16-F7E0-2FFF-4740C50F98C0}"/>
              </a:ext>
            </a:extLst>
          </p:cNvPr>
          <p:cNvSpPr txBox="1"/>
          <p:nvPr/>
        </p:nvSpPr>
        <p:spPr>
          <a:xfrm>
            <a:off x="461242" y="1071115"/>
            <a:ext cx="14297890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A saída dos créditos esta com algum erro pois na aba Créditos o CLIENTE “teste IG” aparece como 2 utilizado e em clientes  esta como 0 – e a Leroy que emitimos relatório esta com zero (0) em créditos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9DAC06-7672-2D5E-B624-448AC291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15" r="24137" b="9882"/>
          <a:stretch>
            <a:fillRect/>
          </a:stretch>
        </p:blipFill>
        <p:spPr>
          <a:xfrm>
            <a:off x="5868556" y="2909141"/>
            <a:ext cx="8987558" cy="412293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A9323C5-E0E2-8465-15D5-86DEDD897250}"/>
              </a:ext>
            </a:extLst>
          </p:cNvPr>
          <p:cNvSpPr/>
          <p:nvPr/>
        </p:nvSpPr>
        <p:spPr>
          <a:xfrm>
            <a:off x="13072918" y="5475360"/>
            <a:ext cx="845127" cy="155671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6ECE1B8-9A6F-898B-C1E6-E52E7CE43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08"/>
          <a:stretch>
            <a:fillRect/>
          </a:stretch>
        </p:blipFill>
        <p:spPr>
          <a:xfrm>
            <a:off x="720437" y="3722613"/>
            <a:ext cx="7869382" cy="467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8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F91A852-3871-6574-31A0-3BEE75C47160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Pedidos de Crédito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9BBD175-D78D-8F6B-02D9-A9CBED3D546F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42138A-E043-078B-06D6-34B5C86C63B2}"/>
              </a:ext>
            </a:extLst>
          </p:cNvPr>
          <p:cNvSpPr txBox="1"/>
          <p:nvPr/>
        </p:nvSpPr>
        <p:spPr>
          <a:xfrm>
            <a:off x="360218" y="1240894"/>
            <a:ext cx="14519564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a ser feita: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Modificar nomenclatura: Saldo para Disponível (ficar com mesmo nome em todas as telas)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No final da página a frase na verão PORTUGUES BR: </a:t>
            </a:r>
            <a:r>
              <a:rPr lang="pt-BR" sz="2000" err="1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IteMs</a:t>
            </a:r>
            <a:r>
              <a:rPr lang="pt-BR" sz="2000">
                <a:highlight>
                  <a:srgbClr val="00FF00"/>
                </a:highlight>
                <a:latin typeface="Calibri"/>
                <a:ea typeface="Calibri"/>
                <a:cs typeface="Calibri"/>
              </a:rPr>
              <a:t> per Page </a:t>
            </a:r>
            <a:r>
              <a:rPr lang="pt-BR" sz="2000">
                <a:latin typeface="Calibri"/>
                <a:ea typeface="Calibri"/>
                <a:cs typeface="Calibri"/>
              </a:rPr>
              <a:t>=&gt; atualizar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BADCF74-648F-1435-6A5D-B9F7F44A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3" y="2372200"/>
            <a:ext cx="13877223" cy="54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7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911D010-F372-9311-CD75-26ECA2CA72B1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Usuários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66F0861-D812-47F0-030B-2611715ED2A8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138892-2354-0078-B664-DBC671A414B6}"/>
              </a:ext>
            </a:extLst>
          </p:cNvPr>
          <p:cNvSpPr txBox="1"/>
          <p:nvPr/>
        </p:nvSpPr>
        <p:spPr>
          <a:xfrm>
            <a:off x="522751" y="1353200"/>
            <a:ext cx="1410155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Atualizar textos das permissões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9C2ECD-1456-D048-684B-9C60C1D9D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2355246"/>
            <a:ext cx="13427604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7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4079717-F9CE-8A11-F142-444539A1D14F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C662B25-497B-32D2-B8D4-9047F616E17B}"/>
              </a:ext>
            </a:extLst>
          </p:cNvPr>
          <p:cNvSpPr txBox="1"/>
          <p:nvPr/>
        </p:nvSpPr>
        <p:spPr>
          <a:xfrm>
            <a:off x="1221572" y="1353200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criar um novo modelo de e-mail alguns estão vindo com texto modelo e alguns vem vazio (poderia deixar dos com texto modelo?)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Poderia criar uma outra variante </a:t>
            </a:r>
            <a:r>
              <a:rPr lang="pt-BR" sz="2000">
                <a:highlight>
                  <a:srgbClr val="FFFF00"/>
                </a:highlight>
              </a:rPr>
              <a:t>{{categoria}}</a:t>
            </a:r>
            <a:endParaRPr lang="pt-BR" sz="200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7B40D16-41FD-9D24-FCFB-307AA12AD0F0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Modelos de e-mail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A12C3E-5E2F-9835-13F9-E0C7008B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36" y="2904589"/>
            <a:ext cx="8725656" cy="534970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167F3B1-52F7-3FED-F75C-6C70D786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78" t="21358" r="1378" b="1556"/>
          <a:stretch>
            <a:fillRect/>
          </a:stretch>
        </p:blipFill>
        <p:spPr>
          <a:xfrm>
            <a:off x="7559674" y="4672025"/>
            <a:ext cx="7331075" cy="411799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0112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29E407-20D1-B763-0F51-F7EC4B0CF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052" y="1585962"/>
            <a:ext cx="8131245" cy="6187976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ACC4BBF-E99F-689D-D0EE-27FEBAD9626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CB9803-B143-654C-B5BD-70BAC991D938}"/>
              </a:ext>
            </a:extLst>
          </p:cNvPr>
          <p:cNvSpPr txBox="1"/>
          <p:nvPr/>
        </p:nvSpPr>
        <p:spPr>
          <a:xfrm>
            <a:off x="360218" y="1089964"/>
            <a:ext cx="13965381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Conseguiria alguma opção de inserir logo cliente na parte de cima e centralizado a pagina?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Deixar as perguntas das competências como obrigatórios automaticamente (consegue)?</a:t>
            </a:r>
          </a:p>
          <a:p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51D3C1-C14F-560F-9D45-B997B4A650C5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Formulário de Avaliação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E45733-BB97-0558-17E4-75417ED0B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98" y="4445970"/>
            <a:ext cx="7266801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F5C3-DF15-368B-CF02-E8E4B2A9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EA9CBE5-20CC-B30C-F19B-7EBEBF29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19" y="3337360"/>
            <a:ext cx="10942651" cy="513931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42E8072-B63D-03B5-ACC2-128724715F8C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34EA520C-5B5E-2AD4-D543-87340FCDB3EA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5F0DA9-759F-2077-24D0-DE30BDC8EEA3}"/>
              </a:ext>
            </a:extLst>
          </p:cNvPr>
          <p:cNvSpPr txBox="1"/>
          <p:nvPr/>
        </p:nvSpPr>
        <p:spPr>
          <a:xfrm>
            <a:off x="506986" y="1107921"/>
            <a:ext cx="14054142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Dúvida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 cancelar avaliado: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é cancelar e sim bloquear e precisamos ter a opção de bloquear e desbloquear os avaliados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 cancelar um avaliador, surgiu essa mensagem sobre crédito. (modificar texto)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20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5279-D2DA-C18A-ECC0-C9E74637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BD1340B-3A33-77AB-C724-07209029184B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</a:t>
            </a:r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C8D824B2-3781-F893-5B5A-0D1C739003DE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20D0BB-2644-3E32-0D92-9B12881CC838}"/>
              </a:ext>
            </a:extLst>
          </p:cNvPr>
          <p:cNvSpPr txBox="1"/>
          <p:nvPr/>
        </p:nvSpPr>
        <p:spPr>
          <a:xfrm>
            <a:off x="506985" y="1107921"/>
            <a:ext cx="14612365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Dúvida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Cliquei no ícone relatório que apareceu para o Avaliado. Pelo que eu tinha entendido, esse campo deveria só gerar o relatório, já que a configuração deveria ser uma etapa anterior.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 seja, aqui o relatório já tem que estar 100% configurado, clicar o botão e só gerar o PDF, word ou </a:t>
            </a:r>
            <a:r>
              <a:rPr lang="pt-BR" sz="2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projeto tem somente um </a:t>
            </a:r>
            <a:r>
              <a:rPr lang="pt-BR" sz="20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relatório, mas o cliente pode ter mais de um.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A10AE8-4460-2240-E0C9-510A056A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88" y="3078833"/>
            <a:ext cx="11973878" cy="571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08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2AF5-A5DC-41A0-E781-B35940BB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907936-C7F1-BF92-5D50-58FEC582A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4" y="1341373"/>
            <a:ext cx="9638586" cy="602411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E30CF76-03B9-03A8-7754-F76ACAABB638}"/>
              </a:ext>
            </a:extLst>
          </p:cNvPr>
          <p:cNvSpPr txBox="1"/>
          <p:nvPr/>
        </p:nvSpPr>
        <p:spPr>
          <a:xfrm>
            <a:off x="10971745" y="1673974"/>
            <a:ext cx="4017315" cy="2015936"/>
          </a:xfrm>
          <a:prstGeom prst="rect">
            <a:avLst/>
          </a:prstGeom>
          <a:solidFill>
            <a:srgbClr val="E9E0C5"/>
          </a:solidFill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 sz="2000"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23359" lvl="1" indent="-342900">
              <a:spcBef>
                <a:spcPts val="600"/>
              </a:spcBef>
              <a:buFont typeface="Arial" panose="020B0604020202020204" pitchFamily="34" charset="0"/>
              <a:buChar char="•"/>
              <a:defRPr b="0" u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r>
              <a:rPr lang="pt-BR"/>
              <a:t>Aqui só reparei que a caixa de seleção não funcionou, e não entendi bem a função dela, seria para excluir </a:t>
            </a:r>
            <a:r>
              <a:rPr lang="pt-BR" err="1"/>
              <a:t>multiplus</a:t>
            </a:r>
            <a:r>
              <a:rPr lang="pt-BR"/>
              <a:t> participantes?</a:t>
            </a:r>
          </a:p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47ED81-6E51-C7E9-F080-53AC91C42423}"/>
              </a:ext>
            </a:extLst>
          </p:cNvPr>
          <p:cNvSpPr txBox="1"/>
          <p:nvPr/>
        </p:nvSpPr>
        <p:spPr>
          <a:xfrm>
            <a:off x="10971745" y="4489383"/>
            <a:ext cx="3533964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b="0" u="none"/>
              <a:t>- Aqui podemos inserir o item que pedimos para baixar as bases de vários participantes (projetos)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09F89FB-84AE-30D5-C19C-49277084A288}"/>
              </a:ext>
            </a:extLst>
          </p:cNvPr>
          <p:cNvSpPr txBox="1"/>
          <p:nvPr/>
        </p:nvSpPr>
        <p:spPr>
          <a:xfrm>
            <a:off x="360218" y="131968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</a:t>
            </a:r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9736DBFA-3B80-D174-E064-C829D0E9CB52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46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DC3158B-7F49-0A6A-74C5-260AD915D68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B40469-63F0-10CF-0312-0908C26DC5EC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EE87E47-7274-17D4-133E-74A13179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72" y="3305219"/>
            <a:ext cx="11027096" cy="552497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87AE067-1B03-85D4-377A-628A55E84E62}"/>
              </a:ext>
            </a:extLst>
          </p:cNvPr>
          <p:cNvSpPr txBox="1"/>
          <p:nvPr/>
        </p:nvSpPr>
        <p:spPr>
          <a:xfrm>
            <a:off x="1346262" y="1091849"/>
            <a:ext cx="12676205" cy="19389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Nessa tela precisamos incluir: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 um campo para selecionar o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 de relatório que já foi criado – vamos utilizar um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 para vario projetos</a:t>
            </a:r>
          </a:p>
          <a:p>
            <a:pPr marL="823359" lvl="1" indent="-34290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ea typeface="Calibri"/>
                <a:cs typeface="Calibri"/>
              </a:rPr>
              <a:t>O ideal é que na criação do projeto possamos inserir o formulário e o modelo de relatório já com todas as definições criadas, isso evite erros na geração de relatório para o cliente.  </a:t>
            </a:r>
          </a:p>
        </p:txBody>
      </p:sp>
    </p:spTree>
    <p:extLst>
      <p:ext uri="{BB962C8B-B14F-4D97-AF65-F5344CB8AC3E}">
        <p14:creationId xmlns:p14="http://schemas.microsoft.com/office/powerpoint/2010/main" val="1641290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CF22-8422-340D-E833-F0B5F71BB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CFDAF14-18C0-5C97-96B7-E4F82C71E864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6B0726-75B5-4DE3-CBEE-CAF57937A7A3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DC77A2-04BB-1D22-FF77-9A4A6D5F996A}"/>
              </a:ext>
            </a:extLst>
          </p:cNvPr>
          <p:cNvSpPr txBox="1"/>
          <p:nvPr/>
        </p:nvSpPr>
        <p:spPr>
          <a:xfrm>
            <a:off x="1221572" y="1353200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O botão de gerar relatório esta direcionada para a pagina de configuração de relatório aqui a ideia e que já consiga baixar o relatório automaticamente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B92B08-6598-353B-1B80-93EFA7B5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9" y="3002625"/>
            <a:ext cx="13115157" cy="534970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97C64F5-1E67-96CB-6245-3B1C97D2D95C}"/>
              </a:ext>
            </a:extLst>
          </p:cNvPr>
          <p:cNvSpPr/>
          <p:nvPr/>
        </p:nvSpPr>
        <p:spPr>
          <a:xfrm>
            <a:off x="12441382" y="7148945"/>
            <a:ext cx="1842654" cy="857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986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6129A0-7E41-E8E9-647F-93346EA0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14" y="3314709"/>
            <a:ext cx="13732430" cy="5113463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39D0EAE-41AA-4E77-01E3-8F6D1254B41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DA958E-2EF6-E471-402F-0AE98587FF45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E744D7-1722-7E5A-E945-DAE6A2859156}"/>
              </a:ext>
            </a:extLst>
          </p:cNvPr>
          <p:cNvSpPr txBox="1"/>
          <p:nvPr/>
        </p:nvSpPr>
        <p:spPr>
          <a:xfrm>
            <a:off x="1221572" y="1353200"/>
            <a:ext cx="12676205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 dirty="0">
                <a:latin typeface="Calibri"/>
                <a:ea typeface="Calibri"/>
                <a:cs typeface="Calibri"/>
              </a:rPr>
              <a:t>Ainda falta o botão de bloqueio de participante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 dirty="0">
                <a:latin typeface="Calibri"/>
                <a:ea typeface="Calibri"/>
                <a:cs typeface="Calibri"/>
              </a:rPr>
              <a:t>Se o e-mail estiver errado chega algum comunicado para nós?</a:t>
            </a:r>
          </a:p>
        </p:txBody>
      </p:sp>
    </p:spTree>
    <p:extLst>
      <p:ext uri="{BB962C8B-B14F-4D97-AF65-F5344CB8AC3E}">
        <p14:creationId xmlns:p14="http://schemas.microsoft.com/office/powerpoint/2010/main" val="6852215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CAAA341-75E4-C4B7-2F85-D6A23A996DE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F64D1E-6703-A93A-C837-0986925ECFBD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8B892A-E0BF-521F-F139-E4885DC331B9}"/>
              </a:ext>
            </a:extLst>
          </p:cNvPr>
          <p:cNvSpPr txBox="1"/>
          <p:nvPr/>
        </p:nvSpPr>
        <p:spPr>
          <a:xfrm>
            <a:off x="1221572" y="1353200"/>
            <a:ext cx="12676205" cy="19389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 dirty="0">
                <a:latin typeface="Calibri"/>
                <a:ea typeface="Calibri"/>
                <a:cs typeface="Calibri"/>
              </a:rPr>
              <a:t>Nessa pagina falta botão de salvar .. Após incluir todos os participantes eu não sei se salvou ou não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Incluir na planilha modelo participantes as colunas extras: cargo e área, essas informações precisam sair no 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excell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resultado </a:t>
            </a:r>
            <a:endParaRPr lang="pt-BR" sz="20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7DA357-50AB-135F-8427-00EB11B8B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8" y="4168421"/>
            <a:ext cx="10214688" cy="46692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FD3253-06D4-5200-DA6E-25D1F0274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849" y="2302841"/>
            <a:ext cx="9488928" cy="653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178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83BE84-9944-4C0E-6328-979B8AC3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24" y="2404053"/>
            <a:ext cx="13503810" cy="6629975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BF309DF-8535-A8CE-7C1B-18DAA58868D2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4FEC30-F609-4E63-911E-25C7907645F4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D42BCD-D615-9B1E-64AE-88EEE28413A7}"/>
              </a:ext>
            </a:extLst>
          </p:cNvPr>
          <p:cNvSpPr txBox="1"/>
          <p:nvPr/>
        </p:nvSpPr>
        <p:spPr>
          <a:xfrm>
            <a:off x="1221572" y="1353200"/>
            <a:ext cx="1267620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Na edição dos dados do participante precisamos deixar opção para modificar a categoria dos participantes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58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FE1093-A573-6928-FF52-DD5036D38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24" y="2519639"/>
            <a:ext cx="9876376" cy="6454699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2082764-6B19-73EA-4E82-7CE7C21BC2FD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F5A274-E51B-68EA-1CBC-4615459E3FF7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076B13-5A7F-7B10-748C-3A1923DE4A77}"/>
              </a:ext>
            </a:extLst>
          </p:cNvPr>
          <p:cNvSpPr txBox="1"/>
          <p:nvPr/>
        </p:nvSpPr>
        <p:spPr>
          <a:xfrm>
            <a:off x="984024" y="1006837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Essa parte de voltar nas competências ficou bem confusa Gabriel, será que daria para eliminar esse retorno na aba competência – se já selecionamos em cima o formulário ?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01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8C0E4B-4BA5-9031-E8CD-DDCC5170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63" y="3201680"/>
            <a:ext cx="13656223" cy="588315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E9ED4B8E-BF9B-985D-C5CB-FF285E18CF50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C65641-78AB-1794-24A6-B00552E32A73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A853A8-F4CB-650A-9642-E0DA6C8DA201}"/>
              </a:ext>
            </a:extLst>
          </p:cNvPr>
          <p:cNvSpPr txBox="1"/>
          <p:nvPr/>
        </p:nvSpPr>
        <p:spPr>
          <a:xfrm>
            <a:off x="835314" y="969873"/>
            <a:ext cx="12676205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Aqui também ficou confuso essa parte de salvar relatório (MEU RELATÓRIO) e de criar novo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. A ideia nessa parte e montar somente o </a:t>
            </a:r>
            <a:r>
              <a:rPr lang="pt-BR" sz="2000" err="1">
                <a:latin typeface="Calibri"/>
                <a:ea typeface="Calibri"/>
                <a:cs typeface="Calibri"/>
              </a:rPr>
              <a:t>template</a:t>
            </a:r>
            <a:r>
              <a:rPr lang="pt-BR" sz="2000">
                <a:latin typeface="Calibri"/>
                <a:ea typeface="Calibri"/>
                <a:cs typeface="Calibri"/>
              </a:rPr>
              <a:t> único para ser utilizado em vários projetos (Avaliados) 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3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BC28F48D-27D5-69B9-4BB3-D089D0CB39A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714E55-6340-9393-D11B-77C0D8BC68CF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A1063E-4288-C2A1-0F29-88FAC7A4E39A}"/>
              </a:ext>
            </a:extLst>
          </p:cNvPr>
          <p:cNvSpPr txBox="1"/>
          <p:nvPr/>
        </p:nvSpPr>
        <p:spPr>
          <a:xfrm>
            <a:off x="835314" y="969873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Incluir barra de rolagem na aba de configuração de Documento, se notar não é possível desde para ver “linha” e “ocular na capa”(?)</a:t>
            </a: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E2999B-1995-1F3B-506A-8C98C942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14" y="2153326"/>
            <a:ext cx="13072438" cy="638910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6551877-8C97-0348-37A1-636C383042C7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7371533" y="2153326"/>
            <a:ext cx="3354524" cy="376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E0A340D-88A7-E636-C16C-E5EFE0573FDE}"/>
              </a:ext>
            </a:extLst>
          </p:cNvPr>
          <p:cNvCxnSpPr>
            <a:cxnSpLocks/>
          </p:cNvCxnSpPr>
          <p:nvPr/>
        </p:nvCxnSpPr>
        <p:spPr>
          <a:xfrm>
            <a:off x="7371533" y="2153326"/>
            <a:ext cx="3180353" cy="6032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726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4999BE3-5CC9-D62F-C8FB-1513AC7E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14" y="3286704"/>
            <a:ext cx="4541914" cy="454953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E5D74AC-E9F5-F622-4F13-6EF17E3A922B}"/>
              </a:ext>
            </a:extLst>
          </p:cNvPr>
          <p:cNvSpPr txBox="1"/>
          <p:nvPr/>
        </p:nvSpPr>
        <p:spPr>
          <a:xfrm>
            <a:off x="835314" y="969873"/>
            <a:ext cx="12676205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Verificar a configuração de quebra de página, pois mesmo quando não clicamos em iniciar em nova página o sistema esta considerando inicio.. Todas os gráficos iniciaram após a pagina de texto livre explicativo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B8D8D39-C7F9-9F62-D121-3BA79D4D22E9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AAD048-07CA-C173-0373-BCAC3E625DDD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26EFF71-1174-7FD3-CDED-8F1E2A08E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301" y="2774342"/>
            <a:ext cx="3132091" cy="6027942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513E2B68-77C7-D7E2-B284-F86DD64D05C4}"/>
              </a:ext>
            </a:extLst>
          </p:cNvPr>
          <p:cNvSpPr/>
          <p:nvPr/>
        </p:nvSpPr>
        <p:spPr>
          <a:xfrm>
            <a:off x="835314" y="5985163"/>
            <a:ext cx="4969741" cy="17041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598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CE0459-B07B-2138-8686-1E7589BC7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14" y="3191432"/>
            <a:ext cx="10226926" cy="4473328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695BAC1-C60C-DEB4-4441-3522722F9999}"/>
              </a:ext>
            </a:extLst>
          </p:cNvPr>
          <p:cNvCxnSpPr>
            <a:cxnSpLocks/>
          </p:cNvCxnSpPr>
          <p:nvPr/>
        </p:nvCxnSpPr>
        <p:spPr>
          <a:xfrm>
            <a:off x="27709" y="775910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CA0F19-21F2-5E84-1740-FBF15A135C63}"/>
              </a:ext>
            </a:extLst>
          </p:cNvPr>
          <p:cNvSpPr txBox="1"/>
          <p:nvPr/>
        </p:nvSpPr>
        <p:spPr>
          <a:xfrm>
            <a:off x="360218" y="129579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3BF0D9-16B7-B92B-D66D-9BEEE11BB428}"/>
              </a:ext>
            </a:extLst>
          </p:cNvPr>
          <p:cNvSpPr txBox="1"/>
          <p:nvPr/>
        </p:nvSpPr>
        <p:spPr>
          <a:xfrm>
            <a:off x="835314" y="928310"/>
            <a:ext cx="12676205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Esse quadrado lilás não consigo excluir 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Como centralizar o logo 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Como modificar as cores do texto da capa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/>
                <a:ea typeface="Calibri"/>
                <a:cs typeface="Calibri"/>
              </a:rPr>
              <a:t>Modificar cores dos campos com textos</a:t>
            </a:r>
          </a:p>
        </p:txBody>
      </p:sp>
    </p:spTree>
    <p:extLst>
      <p:ext uri="{BB962C8B-B14F-4D97-AF65-F5344CB8AC3E}">
        <p14:creationId xmlns:p14="http://schemas.microsoft.com/office/powerpoint/2010/main" val="3882671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93F1228-A96D-EF10-D6FC-B503AEB4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213"/>
            <a:ext cx="9638586" cy="34885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53B2DE9-76D2-FEF1-5176-3EFD4721C3D1}"/>
              </a:ext>
            </a:extLst>
          </p:cNvPr>
          <p:cNvSpPr txBox="1"/>
          <p:nvPr/>
        </p:nvSpPr>
        <p:spPr>
          <a:xfrm>
            <a:off x="9807146" y="1078889"/>
            <a:ext cx="5181914" cy="478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5"/>
              <a:t>Aqui faltou campos que falei sobre as regras de janela de </a:t>
            </a:r>
            <a:r>
              <a:rPr lang="pt-BR" sz="2345" err="1"/>
              <a:t>johari</a:t>
            </a:r>
            <a:endParaRPr lang="pt-BR" sz="2345"/>
          </a:p>
          <a:p>
            <a:endParaRPr lang="pt-BR" sz="2345"/>
          </a:p>
          <a:p>
            <a:r>
              <a:rPr lang="pt-BR" sz="2345"/>
              <a:t>O termo </a:t>
            </a:r>
            <a:r>
              <a:rPr lang="pt-BR" sz="2345" b="1"/>
              <a:t>Próprio(a)”</a:t>
            </a:r>
            <a:r>
              <a:rPr lang="pt-BR" sz="2345"/>
              <a:t> já foi trocado por</a:t>
            </a:r>
          </a:p>
          <a:p>
            <a:r>
              <a:rPr lang="pt-BR" sz="2345"/>
              <a:t> </a:t>
            </a:r>
            <a:r>
              <a:rPr lang="pt-BR" sz="2345" b="1"/>
              <a:t>“Autoavaliação</a:t>
            </a:r>
            <a:r>
              <a:rPr lang="pt-BR" sz="2345"/>
              <a:t> </a:t>
            </a:r>
          </a:p>
          <a:p>
            <a:endParaRPr lang="pt-BR" sz="2345"/>
          </a:p>
          <a:p>
            <a:r>
              <a:rPr lang="pt-BR" sz="2345"/>
              <a:t>O texto que precisa ficar abaixo do gráfico, não foi inserido no relatório. </a:t>
            </a:r>
          </a:p>
          <a:p>
            <a:endParaRPr lang="pt-BR" sz="2345"/>
          </a:p>
          <a:p>
            <a:endParaRPr lang="pt-BR" sz="2345"/>
          </a:p>
          <a:p>
            <a:r>
              <a:rPr lang="pt-BR" sz="2345"/>
              <a:t>Lógica e explicação detalhada na próxima pagina</a:t>
            </a:r>
          </a:p>
          <a:p>
            <a:endParaRPr lang="pt-BR" sz="2345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4407B627-B601-5899-0D12-1ACD3BFE022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B2FDC-376B-B3B2-536E-8109304A719F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Relatório</a:t>
            </a:r>
          </a:p>
        </p:txBody>
      </p:sp>
    </p:spTree>
    <p:extLst>
      <p:ext uri="{BB962C8B-B14F-4D97-AF65-F5344CB8AC3E}">
        <p14:creationId xmlns:p14="http://schemas.microsoft.com/office/powerpoint/2010/main" val="311377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B7282CB-8E46-C612-DA74-DDCBE2C96767}"/>
              </a:ext>
            </a:extLst>
          </p:cNvPr>
          <p:cNvSpPr txBox="1"/>
          <p:nvPr/>
        </p:nvSpPr>
        <p:spPr>
          <a:xfrm>
            <a:off x="313748" y="498155"/>
            <a:ext cx="7998980" cy="871007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Defasagem 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cálculo, como já está é feito pela diferença entre autoavaliação e a média da avaliação dos demais.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imagem abaixo seria importante substituir </a:t>
            </a:r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“Próprio(a)”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</a:t>
            </a:r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“Autoavaliação”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 cálculo nos dará base para criar o gráfico seguinte, chamado de janela de </a:t>
            </a:r>
            <a:r>
              <a:rPr lang="pt-BR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johari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Janela </a:t>
            </a:r>
            <a:r>
              <a:rPr lang="pt-BR" sz="16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johari</a:t>
            </a:r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janela de </a:t>
            </a:r>
            <a:r>
              <a:rPr lang="pt-BR" sz="16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johari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aqui segue uma classificação de comportamentos (competências) nas pontuações de 1 a 5 no gráfico. 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eixo X (horizontal) -  tem o resultado da autoavaliação 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eixo Y (vertical) – tem a média dos resultados das demais avaliações (todos exceto autoavaliação)</a:t>
            </a:r>
          </a:p>
          <a:p>
            <a:pPr lvl="1"/>
            <a:r>
              <a:rPr lang="pt-BR" sz="16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Abaixo os indicadores de cada campo, esse texto, pode ir logo abaixo do gráfico da janela de </a:t>
            </a:r>
            <a:r>
              <a:rPr lang="pt-BR" sz="1600" kern="120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johari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comportamentos fortes conhecidos, chamados no gráfico de “</a:t>
            </a:r>
            <a:r>
              <a:rPr lang="pt-BR" sz="16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forte conhecido”</a:t>
            </a:r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são os que a pessoa e todos os outros classificaram com uma média acima de 3,75 para as afirmações relacionadas ao comportamento.  Isso significa que a autoavaliação e as outras pessoas que respondem concordam que os comportamentos são usados em um nível excepcional.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comportamentos conhecidos das áreas de desenvolvimento são aqueles que a autoavaliação e todas as outras pessoas classificaram com uma média abaixo de 3,75 para as afirmações relacionadas ao comportamento. Isso significa que a autoavaliação e as outras pessoas que respondem concordam que a pessoa pode precisar de algum desenvolvimento nessa área.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Comportamentos fortes ocultos são aqueles que outras pessoas classificaram com uma média acima de 3,75, mas que a autoavaliação ficou classificada abaixo de 3,75. Esses comportamentos são, portanto, pontos fortes ocultos, aqueles que a pessoa não sabia que demonstrava em nível de excelência.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Comportamentos de ponto cego são os que a autoavaliação classificou com uma média acima de 3,75, mas que as outras pessoas classificaram como abaixo de 3,75. Isso significa que a pessoa acredita utilizar esses comportamentos em um nível superior do que realmente o faz.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754560-DBF4-E338-D1AC-733F3A27C479}"/>
              </a:ext>
            </a:extLst>
          </p:cNvPr>
          <p:cNvSpPr txBox="1"/>
          <p:nvPr/>
        </p:nvSpPr>
        <p:spPr>
          <a:xfrm>
            <a:off x="8506692" y="498155"/>
            <a:ext cx="6192982" cy="72327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pt-BR" sz="1600"/>
              <a:t>Gráfico e plotagem exemplo: </a:t>
            </a:r>
          </a:p>
          <a:p>
            <a:pPr lvl="1"/>
            <a:endParaRPr lang="pt-BR" sz="1600"/>
          </a:p>
          <a:p>
            <a:pPr lvl="1"/>
            <a:r>
              <a:rPr lang="pt-BR" sz="1600"/>
              <a:t>A cores e letras são as iniciais das competências avaliadas naquele projeto, por exemplo:</a:t>
            </a:r>
          </a:p>
          <a:p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&gt;&gt;&gt;&gt;&gt; [resumo para parametrização, não vai no relatório] &lt;&lt;&lt;&lt;&lt;&lt;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Gráfico janela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Eixo x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autoavaliação – pontuação de 1 a 5 </a:t>
            </a:r>
          </a:p>
          <a:p>
            <a:r>
              <a:rPr lang="pt-BR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Eixo Y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média avaliação todos sem autoavaliação – pontuação de 1 a 5</a:t>
            </a:r>
          </a:p>
          <a:p>
            <a:r>
              <a:rPr lang="pt-BR" sz="16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Iniciais das competências</a:t>
            </a:r>
            <a:r>
              <a:rPr lang="pt-BR" sz="16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os pontos de plotagem no gráfico, ficando no encontro dos dois eixos. </a:t>
            </a:r>
          </a:p>
          <a:p>
            <a:r>
              <a:rPr lang="pt-BR" sz="16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forte conhecido 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Área de desenvolvimento conhecida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&lt;=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&lt;=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forte oculto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&lt;=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6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cego</a:t>
            </a:r>
            <a:endParaRPr lang="pt-BR" sz="16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Autoavaliação &gt;= 3,75</a:t>
            </a:r>
          </a:p>
          <a:p>
            <a:r>
              <a:rPr lang="pt-BR"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Demais avaliações &lt;= 3,75 </a:t>
            </a: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4192718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66FC68-F08E-CC07-D429-5C6C0BCAA3F6}"/>
              </a:ext>
            </a:extLst>
          </p:cNvPr>
          <p:cNvSpPr txBox="1"/>
          <p:nvPr/>
        </p:nvSpPr>
        <p:spPr>
          <a:xfrm>
            <a:off x="0" y="2861938"/>
            <a:ext cx="15119350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pt-BR" sz="4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Verificação </a:t>
            </a: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Symbol" panose="05050102010706020507" pitchFamily="18" charset="2"/>
              <a:buChar char="Þ"/>
            </a:pP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9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7F41-EDE1-B832-E739-61A8E57F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91DA907-E66E-45F4-91A2-DF8E25717837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D210F-7FB4-0424-888B-1A43C89655DE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e questões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25F091-7F99-49F8-71A4-E1B240FEC845}"/>
              </a:ext>
            </a:extLst>
          </p:cNvPr>
          <p:cNvSpPr/>
          <p:nvPr/>
        </p:nvSpPr>
        <p:spPr>
          <a:xfrm>
            <a:off x="745959" y="1275348"/>
            <a:ext cx="7400514" cy="7267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Ao extrair os resultados para verificação, identificamos que quando o respondente marca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interrogação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(em vez de uma nota de 1 a 5), o item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desaparece da tabela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e gostaríamos que ele continuasse aparecendo.</a:t>
            </a:r>
          </a:p>
          <a:p>
            <a:endParaRPr lang="pt-BR" sz="1800" b="1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funciona hoje o nosso cálculo:</a:t>
            </a:r>
            <a:b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Retiramos a tabela, excluímos os itens com interrogação e somamos apenas as notas numéricas divididas pelo número de respondentes que atribuíram nota — gerando a média final da categoria.</a:t>
            </a:r>
          </a:p>
          <a:p>
            <a:endParaRPr lang="pt-BR" sz="1800" b="1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problema:</a:t>
            </a:r>
            <a:b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sistema resolve isso removendo o item com interrogação para não afetar a conta. Mas com isso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perdemos a informação de quantos itens ficaram sem resposta numérica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pt-BR" sz="1800" b="1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que precisamos:</a:t>
            </a:r>
            <a:endParaRPr lang="pt-BR" sz="180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os itens com interrogação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permaneçam visíveis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pt-BR" sz="1800" err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Excell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com uma etapa de cálculo que os exclua apenas na geração da média; ou</a:t>
            </a:r>
          </a:p>
          <a:p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o sistema mantenha o comportamento atual, precisamos de </a:t>
            </a:r>
            <a:r>
              <a:rPr lang="pt-BR" sz="1800" b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outro ponto de extração</a:t>
            </a:r>
            <a:r>
              <a:rPr lang="pt-BR" sz="180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 traga 100% das respostas como foram registradas.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0D8FB22-92BC-8D6F-04FA-521A159BB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146" y="2932580"/>
            <a:ext cx="6133522" cy="52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2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E5FC-753D-0B95-FE10-E5105EB8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854B1CB-B0FC-5DEC-E80B-ACD30BAE4A09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D7627C-5E70-FC96-F29A-2E263AD3F64C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e questões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82789D6-6452-6B45-6903-1FC067E2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8" y="1857542"/>
            <a:ext cx="3670300" cy="32385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C412C88-6DA9-475C-8E93-C89B56B7B8A7}"/>
              </a:ext>
            </a:extLst>
          </p:cNvPr>
          <p:cNvSpPr/>
          <p:nvPr/>
        </p:nvSpPr>
        <p:spPr>
          <a:xfrm>
            <a:off x="4747369" y="2050046"/>
            <a:ext cx="7807488" cy="11430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>
                    <a:lumMod val="50000"/>
                  </a:schemeClr>
                </a:solidFill>
              </a:rPr>
              <a:t>Exemplo de como fazemos hoje pelo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forms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algn="ctr"/>
            <a:r>
              <a:rPr lang="pt-BR">
                <a:solidFill>
                  <a:schemeClr val="tx1">
                    <a:lumMod val="50000"/>
                  </a:schemeClr>
                </a:solidFill>
              </a:rPr>
              <a:t>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database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 bem com todos os itens e marcando quem colocou (?)</a:t>
            </a:r>
          </a:p>
          <a:p>
            <a:pPr algn="ctr"/>
            <a:endParaRPr lang="pt-BR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C392DCE-AF35-CE2C-6647-C9E25E87B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374318"/>
              </p:ext>
            </p:extLst>
          </p:nvPr>
        </p:nvGraphicFramePr>
        <p:xfrm>
          <a:off x="1078998" y="5698874"/>
          <a:ext cx="4011812" cy="2235200"/>
        </p:xfrm>
        <a:graphic>
          <a:graphicData uri="http://schemas.openxmlformats.org/drawingml/2006/table">
            <a:tbl>
              <a:tblPr/>
              <a:tblGrid>
                <a:gridCol w="1869759">
                  <a:extLst>
                    <a:ext uri="{9D8B030D-6E8A-4147-A177-3AD203B41FA5}">
                      <a16:colId xmlns:a16="http://schemas.microsoft.com/office/drawing/2014/main" val="1319231170"/>
                    </a:ext>
                  </a:extLst>
                </a:gridCol>
                <a:gridCol w="2142053">
                  <a:extLst>
                    <a:ext uri="{9D8B030D-6E8A-4147-A177-3AD203B41FA5}">
                      <a16:colId xmlns:a16="http://schemas.microsoft.com/office/drawing/2014/main" val="296471879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Rótulos de Linha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33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Contagem de Avaliado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22305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Avaliado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0199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0227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Gestor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7398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Subordinado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4177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Outros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8371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5720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Outros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890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Gestor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5987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8018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Geral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769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647421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54AB6C40-969F-9511-F53E-B8297D6DF410}"/>
              </a:ext>
            </a:extLst>
          </p:cNvPr>
          <p:cNvSpPr/>
          <p:nvPr/>
        </p:nvSpPr>
        <p:spPr>
          <a:xfrm>
            <a:off x="5643285" y="5682913"/>
            <a:ext cx="8203344" cy="24595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>
                <a:solidFill>
                  <a:schemeClr val="tx1">
                    <a:lumMod val="50000"/>
                  </a:schemeClr>
                </a:solidFill>
              </a:rPr>
              <a:t>Ao testar o sistema</a:t>
            </a:r>
          </a:p>
          <a:p>
            <a:r>
              <a:rPr lang="pt-BR">
                <a:solidFill>
                  <a:schemeClr val="tx1">
                    <a:lumMod val="50000"/>
                  </a:schemeClr>
                </a:solidFill>
              </a:rPr>
              <a:t>Extraindo 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database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 na tela relatórios, mas não temos essa visão, como acima. Na reunião você disse que só considera o que é numero e faz o calculo com base na quantidade de números, certo?</a:t>
            </a:r>
          </a:p>
          <a:p>
            <a:r>
              <a:rPr lang="pt-BR">
                <a:solidFill>
                  <a:schemeClr val="tx1">
                    <a:lumMod val="50000"/>
                  </a:schemeClr>
                </a:solidFill>
              </a:rPr>
              <a:t>Mas no </a:t>
            </a:r>
            <a:r>
              <a:rPr lang="pt-BR" err="1">
                <a:solidFill>
                  <a:schemeClr val="tx1">
                    <a:lumMod val="50000"/>
                  </a:schemeClr>
                </a:solidFill>
              </a:rPr>
              <a:t>database</a:t>
            </a:r>
            <a:r>
              <a:rPr lang="pt-BR">
                <a:solidFill>
                  <a:schemeClr val="tx1">
                    <a:lumMod val="50000"/>
                  </a:schemeClr>
                </a:solidFill>
              </a:rPr>
              <a:t> veja que temos quantidade de linhas diferentes por respondente. O que significa que itens respondidos com (?) foram extraídos da base.</a:t>
            </a:r>
          </a:p>
          <a:p>
            <a:pPr algn="ctr"/>
            <a:endParaRPr lang="pt-BR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92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0C0A-8E14-A9E8-08B4-BBACD5A9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74085D6-AC3B-D292-4DD4-A829977D2806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99FCD5-7E76-DD94-D374-FD566F2B8EFD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Formulário de Avaliação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FC8FED8-295D-B0B9-69B8-B9213D763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80" y="1585421"/>
            <a:ext cx="5559511" cy="560675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8D81C-8F61-C97D-151F-C65D8DC5B5D0}"/>
              </a:ext>
            </a:extLst>
          </p:cNvPr>
          <p:cNvSpPr txBox="1"/>
          <p:nvPr/>
        </p:nvSpPr>
        <p:spPr>
          <a:xfrm>
            <a:off x="9759019" y="1585421"/>
            <a:ext cx="5181914" cy="2618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45"/>
              <a:t>Configurações de perguntas no questionário, quando está criando um.</a:t>
            </a:r>
          </a:p>
          <a:p>
            <a:endParaRPr lang="pt-BR" sz="2345"/>
          </a:p>
          <a:p>
            <a:r>
              <a:rPr lang="pt-BR" sz="2345"/>
              <a:t>O que ocorre quando esses campos ficam selecionados na criação do questionário? No caso, todos juntos.</a:t>
            </a:r>
          </a:p>
          <a:p>
            <a:endParaRPr lang="pt-BR" sz="2345"/>
          </a:p>
        </p:txBody>
      </p:sp>
    </p:spTree>
    <p:extLst>
      <p:ext uri="{BB962C8B-B14F-4D97-AF65-F5344CB8AC3E}">
        <p14:creationId xmlns:p14="http://schemas.microsoft.com/office/powerpoint/2010/main" val="1986961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34E5-8B29-603D-FFB0-2C73787B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749B6B1-66EA-0F29-B10C-F3214ECF679A}"/>
              </a:ext>
            </a:extLst>
          </p:cNvPr>
          <p:cNvSpPr txBox="1"/>
          <p:nvPr/>
        </p:nvSpPr>
        <p:spPr>
          <a:xfrm>
            <a:off x="0" y="2492606"/>
            <a:ext cx="15119350" cy="304698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pt-BR" sz="4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Daqui para frente itens da revisão 1 – </a:t>
            </a:r>
          </a:p>
          <a:p>
            <a:pPr algn="ctr"/>
            <a:r>
              <a:rPr lang="pt-BR" sz="4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analisar se o sistema foi atualizado</a:t>
            </a: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Symbol" panose="05050102010706020507" pitchFamily="18" charset="2"/>
              <a:buChar char="Þ"/>
            </a:pPr>
            <a:endParaRPr lang="pt-BR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75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CA40D3-1E92-F580-D66E-09BBC469D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62"/>
          <a:stretch>
            <a:fillRect/>
          </a:stretch>
        </p:blipFill>
        <p:spPr bwMode="auto">
          <a:xfrm>
            <a:off x="2230581" y="2829785"/>
            <a:ext cx="7521489" cy="220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07474C6-6BFB-BEF1-DC78-851E34C4A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145" y="5113445"/>
            <a:ext cx="10861964" cy="346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9AD54C1-9D5C-0A2F-4948-5AFCD071019F}"/>
                  </a:ext>
                </a:extLst>
              </p14:cNvPr>
              <p14:cNvContentPartPr/>
              <p14:nvPr/>
            </p14:nvContentPartPr>
            <p14:xfrm>
              <a:off x="2368712" y="3073122"/>
              <a:ext cx="1202470" cy="45719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9AD54C1-9D5C-0A2F-4948-5AFCD07101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4725" y="2965124"/>
                <a:ext cx="1310084" cy="261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0BD0030-B0FD-7225-096E-4AD77EE4C37C}"/>
                  </a:ext>
                </a:extLst>
              </p14:cNvPr>
              <p14:cNvContentPartPr/>
              <p14:nvPr/>
            </p14:nvContentPartPr>
            <p14:xfrm>
              <a:off x="11818047" y="6799371"/>
              <a:ext cx="694450" cy="45898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0BD0030-B0FD-7225-096E-4AD77EE4C3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64046" y="6691798"/>
                <a:ext cx="802092" cy="260686"/>
              </a:xfrm>
              <a:prstGeom prst="rect">
                <a:avLst/>
              </a:prstGeom>
            </p:spPr>
          </p:pic>
        </mc:Fallback>
      </mc:AlternateContent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2D66BD9-6B7F-D89D-27C8-F66B901C1E84}"/>
              </a:ext>
            </a:extLst>
          </p:cNvPr>
          <p:cNvCxnSpPr>
            <a:cxnSpLocks/>
          </p:cNvCxnSpPr>
          <p:nvPr/>
        </p:nvCxnSpPr>
        <p:spPr>
          <a:xfrm>
            <a:off x="27709" y="817473"/>
            <a:ext cx="15091641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4871E2EA-BD93-F8E9-6BA2-AB50AE63F53B}"/>
              </a:ext>
            </a:extLst>
          </p:cNvPr>
          <p:cNvSpPr txBox="1"/>
          <p:nvPr/>
        </p:nvSpPr>
        <p:spPr>
          <a:xfrm>
            <a:off x="360218" y="171142"/>
            <a:ext cx="13923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Formulário de Avaliação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65EECB-13C0-A214-EE8D-744A9F70974E}"/>
              </a:ext>
            </a:extLst>
          </p:cNvPr>
          <p:cNvSpPr txBox="1"/>
          <p:nvPr/>
        </p:nvSpPr>
        <p:spPr>
          <a:xfrm>
            <a:off x="1221572" y="1353200"/>
            <a:ext cx="1267620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ou questionamento: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deixamos essas frases direcionadas para língua de origem de preenchimento (expl. se a pessoa esta logada nos USA esses textos vem em inglês, se o computador estiver no Brasil vem em Português)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B030B972-344D-87FB-A2F5-8BA777FD3A91}"/>
                  </a:ext>
                </a:extLst>
              </p14:cNvPr>
              <p14:cNvContentPartPr/>
              <p14:nvPr/>
            </p14:nvContentPartPr>
            <p14:xfrm>
              <a:off x="7800196" y="4155709"/>
              <a:ext cx="1773000" cy="2880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B030B972-344D-87FB-A2F5-8BA777FD3A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46196" y="4047709"/>
                <a:ext cx="18806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E7C45BC5-37E5-B4A8-B236-3AC9C3A9C933}"/>
                  </a:ext>
                </a:extLst>
              </p14:cNvPr>
              <p14:cNvContentPartPr/>
              <p14:nvPr/>
            </p14:nvContentPartPr>
            <p14:xfrm>
              <a:off x="2687476" y="4155709"/>
              <a:ext cx="1762560" cy="2952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E7C45BC5-37E5-B4A8-B236-3AC9C3A9C9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3487" y="4047709"/>
                <a:ext cx="1870178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14917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0227d9f-054a-400f-b2f7-32c29986bde6" xsi:nil="true"/>
    <lcf76f155ced4ddcb4097134ff3c332f xmlns="a40de4d5-6501-49a8-8fa6-25cc4706668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A6735952A61B340B8DF26FC14251CC8" ma:contentTypeVersion="16" ma:contentTypeDescription="Crie um novo documento." ma:contentTypeScope="" ma:versionID="e62f98ed305049c60168d75ab689343a">
  <xsd:schema xmlns:xsd="http://www.w3.org/2001/XMLSchema" xmlns:xs="http://www.w3.org/2001/XMLSchema" xmlns:p="http://schemas.microsoft.com/office/2006/metadata/properties" xmlns:ns2="a40de4d5-6501-49a8-8fa6-25cc47066681" xmlns:ns3="30227d9f-054a-400f-b2f7-32c29986bde6" targetNamespace="http://schemas.microsoft.com/office/2006/metadata/properties" ma:root="true" ma:fieldsID="4397bda2f920774fc2432e2dc2373878" ns2:_="" ns3:_="">
    <xsd:import namespace="a40de4d5-6501-49a8-8fa6-25cc47066681"/>
    <xsd:import namespace="30227d9f-054a-400f-b2f7-32c29986bd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0de4d5-6501-49a8-8fa6-25cc470666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f447c4ee-c12b-482c-9b46-3737387fc7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227d9f-054a-400f-b2f7-32c29986bde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14c91e0c-deaa-4807-989e-3344577004a1}" ma:internalName="TaxCatchAll" ma:showField="CatchAllData" ma:web="30227d9f-054a-400f-b2f7-32c29986bd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1D42A-4F1B-44C9-B34A-0850E4643983}">
  <ds:schemaRefs>
    <ds:schemaRef ds:uri="30227d9f-054a-400f-b2f7-32c29986bde6"/>
    <ds:schemaRef ds:uri="a40de4d5-6501-49a8-8fa6-25cc4706668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6EA4A18-5F37-452F-8281-C63A726F8836}">
  <ds:schemaRefs>
    <ds:schemaRef ds:uri="30227d9f-054a-400f-b2f7-32c29986bde6"/>
    <ds:schemaRef ds:uri="a40de4d5-6501-49a8-8fa6-25cc470666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8ABF195-CD2E-41F7-94B8-9F68EDCA98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Microsoft Office PowerPoint</Application>
  <PresentationFormat>Personalizar</PresentationFormat>
  <Paragraphs>229</Paragraphs>
  <Slides>32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Grandview Display</vt:lpstr>
      <vt:lpstr>Symbol</vt:lpstr>
      <vt:lpstr>DashVTI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Samara Paz</dc:creator>
  <cp:lastModifiedBy>Gabriel Santos</cp:lastModifiedBy>
  <cp:revision>2</cp:revision>
  <dcterms:created xsi:type="dcterms:W3CDTF">2026-03-25T18:17:34Z</dcterms:created>
  <dcterms:modified xsi:type="dcterms:W3CDTF">2026-06-26T02:28:21Z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0x0101001A6735952A61B340B8DF26FC14251CC8</vt:lpwstr>
  </property>
  <property fmtid="{D5CDD505-2E9C-101B-9397-08002B2CF9AE}" pid="3" name="MediaServiceImageTags">
    <vt:lpwstr/>
  </property>
</Properties>
</file>